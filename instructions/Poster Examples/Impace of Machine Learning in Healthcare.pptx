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Lst>
  <p:notesMasterIdLst>
    <p:notesMasterId r:id="rId5"/>
  </p:notesMasterIdLst>
  <p:sldIdLst>
    <p:sldId id="256" r:id="rId6"/>
  </p:sldIdLst>
  <p:sldSz cy="43891200" cx="32918400"/>
  <p:notesSz cx="6858000" cy="9144000"/>
  <p:embeddedFontLst>
    <p:embeddedFont>
      <p:font typeface="Roboto"/>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824">
          <p15:clr>
            <a:srgbClr val="9AA0A6"/>
          </p15:clr>
        </p15:guide>
        <p15:guide id="2" pos="1036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824" orient="horz"/>
        <p:guide pos="103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 Id="rId10"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285977" y="685800"/>
            <a:ext cx="228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notes"/>
          <p:cNvSpPr/>
          <p:nvPr>
            <p:ph idx="2" type="sldImg"/>
          </p:nvPr>
        </p:nvSpPr>
        <p:spPr>
          <a:xfrm>
            <a:off x="2143144" y="685800"/>
            <a:ext cx="25716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title"/>
          </p:nvPr>
        </p:nvSpPr>
        <p:spPr>
          <a:xfrm>
            <a:off x="2468880" y="7183123"/>
            <a:ext cx="27980700" cy="15280800"/>
          </a:xfrm>
          <a:prstGeom prst="rect">
            <a:avLst/>
          </a:prstGeom>
          <a:noFill/>
          <a:ln>
            <a:noFill/>
          </a:ln>
        </p:spPr>
        <p:txBody>
          <a:bodyPr anchorCtr="0" anchor="b" bIns="45700" lIns="45700" spcFirstLastPara="1" rIns="45700" wrap="square" tIns="45700">
            <a:noAutofit/>
          </a:bodyPr>
          <a:lstStyle>
            <a:lvl1pPr lvl="0" algn="l">
              <a:lnSpc>
                <a:spcPct val="100000"/>
              </a:lnSpc>
              <a:spcBef>
                <a:spcPts val="0"/>
              </a:spcBef>
              <a:spcAft>
                <a:spcPts val="0"/>
              </a:spcAft>
              <a:buClr>
                <a:srgbClr val="2C365E"/>
              </a:buClr>
              <a:buSzPts val="14000"/>
              <a:buFont typeface="Arial"/>
              <a:buNone/>
              <a:defRPr sz="140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 name="Google Shape;11;p2"/>
          <p:cNvSpPr txBox="1"/>
          <p:nvPr>
            <p:ph idx="1" type="body"/>
          </p:nvPr>
        </p:nvSpPr>
        <p:spPr>
          <a:xfrm>
            <a:off x="4114800" y="23053042"/>
            <a:ext cx="24688800" cy="10596900"/>
          </a:xfrm>
          <a:prstGeom prst="rect">
            <a:avLst/>
          </a:prstGeom>
          <a:noFill/>
          <a:ln>
            <a:noFill/>
          </a:ln>
        </p:spPr>
        <p:txBody>
          <a:bodyPr anchorCtr="0" anchor="t" bIns="45700" lIns="45700" spcFirstLastPara="1" rIns="45700" wrap="square" tIns="45700">
            <a:noAutofit/>
          </a:bodyPr>
          <a:lstStyle>
            <a:lvl1pPr indent="-228600" lvl="0" marL="457200" algn="ctr">
              <a:lnSpc>
                <a:spcPct val="90000"/>
              </a:lnSpc>
              <a:spcBef>
                <a:spcPts val="4800"/>
              </a:spcBef>
              <a:spcAft>
                <a:spcPts val="0"/>
              </a:spcAft>
              <a:buClr>
                <a:srgbClr val="000000"/>
              </a:buClr>
              <a:buSzPts val="11500"/>
              <a:buFont typeface="Calibri"/>
              <a:buNone/>
              <a:defRPr sz="11500"/>
            </a:lvl1pPr>
            <a:lvl2pPr indent="-228600" lvl="1" marL="914400" algn="ctr">
              <a:lnSpc>
                <a:spcPct val="90000"/>
              </a:lnSpc>
              <a:spcBef>
                <a:spcPts val="4800"/>
              </a:spcBef>
              <a:spcAft>
                <a:spcPts val="0"/>
              </a:spcAft>
              <a:buClr>
                <a:srgbClr val="000000"/>
              </a:buClr>
              <a:buSzPts val="11500"/>
              <a:buFont typeface="Calibri"/>
              <a:buNone/>
              <a:defRPr sz="11500"/>
            </a:lvl2pPr>
            <a:lvl3pPr indent="-228600" lvl="2" marL="1371600" algn="ctr">
              <a:lnSpc>
                <a:spcPct val="90000"/>
              </a:lnSpc>
              <a:spcBef>
                <a:spcPts val="4800"/>
              </a:spcBef>
              <a:spcAft>
                <a:spcPts val="0"/>
              </a:spcAft>
              <a:buClr>
                <a:srgbClr val="000000"/>
              </a:buClr>
              <a:buSzPts val="11500"/>
              <a:buFont typeface="Calibri"/>
              <a:buNone/>
              <a:defRPr sz="11500"/>
            </a:lvl3pPr>
            <a:lvl4pPr indent="-228600" lvl="3" marL="1828800" algn="ctr">
              <a:lnSpc>
                <a:spcPct val="90000"/>
              </a:lnSpc>
              <a:spcBef>
                <a:spcPts val="4800"/>
              </a:spcBef>
              <a:spcAft>
                <a:spcPts val="0"/>
              </a:spcAft>
              <a:buClr>
                <a:srgbClr val="000000"/>
              </a:buClr>
              <a:buSzPts val="11500"/>
              <a:buFont typeface="Calibri"/>
              <a:buNone/>
              <a:defRPr sz="11500"/>
            </a:lvl4pPr>
            <a:lvl5pPr indent="-228600" lvl="4" marL="2286000" algn="ctr">
              <a:lnSpc>
                <a:spcPct val="90000"/>
              </a:lnSpc>
              <a:spcBef>
                <a:spcPts val="4800"/>
              </a:spcBef>
              <a:spcAft>
                <a:spcPts val="0"/>
              </a:spcAft>
              <a:buClr>
                <a:srgbClr val="000000"/>
              </a:buClr>
              <a:buSzPts val="11500"/>
              <a:buFont typeface="Calibri"/>
              <a:buNone/>
              <a:defRPr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2" name="Google Shape;12;p2"/>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5" name="Google Shape;15;p3"/>
          <p:cNvSpPr txBox="1"/>
          <p:nvPr>
            <p:ph idx="1" type="body"/>
          </p:nvPr>
        </p:nvSpPr>
        <p:spPr>
          <a:xfrm>
            <a:off x="2263139" y="11684000"/>
            <a:ext cx="28392300" cy="278484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6" name="Google Shape;16;p3"/>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7" name="Shape 17"/>
        <p:cNvGrpSpPr/>
        <p:nvPr/>
      </p:nvGrpSpPr>
      <p:grpSpPr>
        <a:xfrm>
          <a:off x="0" y="0"/>
          <a:ext cx="0" cy="0"/>
          <a:chOff x="0" y="0"/>
          <a:chExt cx="0" cy="0"/>
        </a:xfrm>
      </p:grpSpPr>
      <p:sp>
        <p:nvSpPr>
          <p:cNvPr id="18" name="Google Shape;18;p4"/>
          <p:cNvSpPr txBox="1"/>
          <p:nvPr>
            <p:ph type="title"/>
          </p:nvPr>
        </p:nvSpPr>
        <p:spPr>
          <a:xfrm>
            <a:off x="2245997" y="10942330"/>
            <a:ext cx="28392300" cy="182577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28800"/>
              <a:buFont typeface="Calibri"/>
              <a:buNone/>
              <a:defRPr sz="288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9" name="Google Shape;19;p4"/>
          <p:cNvSpPr txBox="1"/>
          <p:nvPr>
            <p:ph idx="1" type="body"/>
          </p:nvPr>
        </p:nvSpPr>
        <p:spPr>
          <a:xfrm>
            <a:off x="2245997" y="29372571"/>
            <a:ext cx="28392300" cy="960120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11500"/>
              <a:buFont typeface="Calibri"/>
              <a:buNone/>
              <a:defRPr sz="11500"/>
            </a:lvl1pPr>
            <a:lvl2pPr indent="-228600" lvl="1" marL="914400" algn="l">
              <a:lnSpc>
                <a:spcPct val="90000"/>
              </a:lnSpc>
              <a:spcBef>
                <a:spcPts val="4800"/>
              </a:spcBef>
              <a:spcAft>
                <a:spcPts val="0"/>
              </a:spcAft>
              <a:buClr>
                <a:srgbClr val="000000"/>
              </a:buClr>
              <a:buSzPts val="11500"/>
              <a:buFont typeface="Calibri"/>
              <a:buNone/>
              <a:defRPr sz="11500"/>
            </a:lvl2pPr>
            <a:lvl3pPr indent="-228600" lvl="2" marL="1371600" algn="l">
              <a:lnSpc>
                <a:spcPct val="90000"/>
              </a:lnSpc>
              <a:spcBef>
                <a:spcPts val="4800"/>
              </a:spcBef>
              <a:spcAft>
                <a:spcPts val="0"/>
              </a:spcAft>
              <a:buClr>
                <a:srgbClr val="000000"/>
              </a:buClr>
              <a:buSzPts val="11500"/>
              <a:buFont typeface="Calibri"/>
              <a:buNone/>
              <a:defRPr sz="11500"/>
            </a:lvl3pPr>
            <a:lvl4pPr indent="-228600" lvl="3" marL="1828800" algn="l">
              <a:lnSpc>
                <a:spcPct val="90000"/>
              </a:lnSpc>
              <a:spcBef>
                <a:spcPts val="4800"/>
              </a:spcBef>
              <a:spcAft>
                <a:spcPts val="0"/>
              </a:spcAft>
              <a:buClr>
                <a:srgbClr val="000000"/>
              </a:buClr>
              <a:buSzPts val="11500"/>
              <a:buFont typeface="Calibri"/>
              <a:buNone/>
              <a:defRPr sz="11500"/>
            </a:lvl4pPr>
            <a:lvl5pPr indent="-228600" lvl="4" marL="2286000" algn="l">
              <a:lnSpc>
                <a:spcPct val="90000"/>
              </a:lnSpc>
              <a:spcBef>
                <a:spcPts val="4800"/>
              </a:spcBef>
              <a:spcAft>
                <a:spcPts val="0"/>
              </a:spcAft>
              <a:buClr>
                <a:srgbClr val="000000"/>
              </a:buClr>
              <a:buSzPts val="11500"/>
              <a:buFont typeface="Calibri"/>
              <a:buNone/>
              <a:defRPr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20" name="Google Shape;20;p4"/>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 name="Shape 21"/>
        <p:cNvGrpSpPr/>
        <p:nvPr/>
      </p:nvGrpSpPr>
      <p:grpSpPr>
        <a:xfrm>
          <a:off x="0" y="0"/>
          <a:ext cx="0" cy="0"/>
          <a:chOff x="0" y="0"/>
          <a:chExt cx="0" cy="0"/>
        </a:xfrm>
      </p:grpSpPr>
      <p:sp>
        <p:nvSpPr>
          <p:cNvPr id="22" name="Google Shape;22;p5"/>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3" name="Google Shape;23;p5"/>
          <p:cNvSpPr txBox="1"/>
          <p:nvPr>
            <p:ph idx="1" type="body"/>
          </p:nvPr>
        </p:nvSpPr>
        <p:spPr>
          <a:xfrm>
            <a:off x="2263139" y="11684000"/>
            <a:ext cx="13990500" cy="278484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24" name="Google Shape;24;p5"/>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5" name="Shape 25"/>
        <p:cNvGrpSpPr/>
        <p:nvPr/>
      </p:nvGrpSpPr>
      <p:grpSpPr>
        <a:xfrm>
          <a:off x="0" y="0"/>
          <a:ext cx="0" cy="0"/>
          <a:chOff x="0" y="0"/>
          <a:chExt cx="0" cy="0"/>
        </a:xfrm>
      </p:grpSpPr>
      <p:sp>
        <p:nvSpPr>
          <p:cNvPr id="26" name="Google Shape;26;p6"/>
          <p:cNvSpPr txBox="1"/>
          <p:nvPr>
            <p:ph type="title"/>
          </p:nvPr>
        </p:nvSpPr>
        <p:spPr>
          <a:xfrm>
            <a:off x="2267427"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7" name="Google Shape;27;p6"/>
          <p:cNvSpPr txBox="1"/>
          <p:nvPr>
            <p:ph idx="1" type="body"/>
          </p:nvPr>
        </p:nvSpPr>
        <p:spPr>
          <a:xfrm>
            <a:off x="2267431" y="10759442"/>
            <a:ext cx="13926000" cy="5273100"/>
          </a:xfrm>
          <a:prstGeom prst="rect">
            <a:avLst/>
          </a:prstGeom>
          <a:noFill/>
          <a:ln>
            <a:noFill/>
          </a:ln>
        </p:spPr>
        <p:txBody>
          <a:bodyPr anchorCtr="0" anchor="b"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11500"/>
              <a:buFont typeface="Calibri"/>
              <a:buNone/>
              <a:defRPr b="1" sz="11500"/>
            </a:lvl1pPr>
            <a:lvl2pPr indent="-228600" lvl="1" marL="914400" algn="l">
              <a:lnSpc>
                <a:spcPct val="90000"/>
              </a:lnSpc>
              <a:spcBef>
                <a:spcPts val="4800"/>
              </a:spcBef>
              <a:spcAft>
                <a:spcPts val="0"/>
              </a:spcAft>
              <a:buClr>
                <a:srgbClr val="000000"/>
              </a:buClr>
              <a:buSzPts val="11500"/>
              <a:buFont typeface="Calibri"/>
              <a:buNone/>
              <a:defRPr b="1" sz="11500"/>
            </a:lvl2pPr>
            <a:lvl3pPr indent="-228600" lvl="2" marL="1371600" algn="l">
              <a:lnSpc>
                <a:spcPct val="90000"/>
              </a:lnSpc>
              <a:spcBef>
                <a:spcPts val="4800"/>
              </a:spcBef>
              <a:spcAft>
                <a:spcPts val="0"/>
              </a:spcAft>
              <a:buClr>
                <a:srgbClr val="000000"/>
              </a:buClr>
              <a:buSzPts val="11500"/>
              <a:buFont typeface="Calibri"/>
              <a:buNone/>
              <a:defRPr b="1" sz="11500"/>
            </a:lvl3pPr>
            <a:lvl4pPr indent="-228600" lvl="3" marL="1828800" algn="l">
              <a:lnSpc>
                <a:spcPct val="90000"/>
              </a:lnSpc>
              <a:spcBef>
                <a:spcPts val="4800"/>
              </a:spcBef>
              <a:spcAft>
                <a:spcPts val="0"/>
              </a:spcAft>
              <a:buClr>
                <a:srgbClr val="000000"/>
              </a:buClr>
              <a:buSzPts val="11500"/>
              <a:buFont typeface="Calibri"/>
              <a:buNone/>
              <a:defRPr b="1" sz="11500"/>
            </a:lvl4pPr>
            <a:lvl5pPr indent="-228600" lvl="4" marL="2286000" algn="l">
              <a:lnSpc>
                <a:spcPct val="90000"/>
              </a:lnSpc>
              <a:spcBef>
                <a:spcPts val="4800"/>
              </a:spcBef>
              <a:spcAft>
                <a:spcPts val="0"/>
              </a:spcAft>
              <a:buClr>
                <a:srgbClr val="000000"/>
              </a:buClr>
              <a:buSzPts val="11500"/>
              <a:buFont typeface="Calibri"/>
              <a:buNone/>
              <a:defRPr b="1"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28" name="Google Shape;28;p6"/>
          <p:cNvSpPr txBox="1"/>
          <p:nvPr>
            <p:ph idx="2" type="body"/>
          </p:nvPr>
        </p:nvSpPr>
        <p:spPr>
          <a:xfrm>
            <a:off x="16664942" y="10759442"/>
            <a:ext cx="13994700" cy="5273100"/>
          </a:xfrm>
          <a:prstGeom prst="rect">
            <a:avLst/>
          </a:prstGeom>
          <a:noFill/>
          <a:ln>
            <a:noFill/>
          </a:ln>
        </p:spPr>
        <p:txBody>
          <a:bodyPr anchorCtr="0" anchor="b"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29" name="Google Shape;29;p6"/>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 name="Shape 30"/>
        <p:cNvGrpSpPr/>
        <p:nvPr/>
      </p:nvGrpSpPr>
      <p:grpSpPr>
        <a:xfrm>
          <a:off x="0" y="0"/>
          <a:ext cx="0" cy="0"/>
          <a:chOff x="0" y="0"/>
          <a:chExt cx="0" cy="0"/>
        </a:xfrm>
      </p:grpSpPr>
      <p:sp>
        <p:nvSpPr>
          <p:cNvPr id="31" name="Google Shape;31;p7"/>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2" name="Google Shape;32;p7"/>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3" name="Shape 33"/>
        <p:cNvGrpSpPr/>
        <p:nvPr/>
      </p:nvGrpSpPr>
      <p:grpSpPr>
        <a:xfrm>
          <a:off x="0" y="0"/>
          <a:ext cx="0" cy="0"/>
          <a:chOff x="0" y="0"/>
          <a:chExt cx="0" cy="0"/>
        </a:xfrm>
      </p:grpSpPr>
      <p:sp>
        <p:nvSpPr>
          <p:cNvPr id="34" name="Google Shape;34;p8"/>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5" name="Shape 35"/>
        <p:cNvGrpSpPr/>
        <p:nvPr/>
      </p:nvGrpSpPr>
      <p:grpSpPr>
        <a:xfrm>
          <a:off x="0" y="0"/>
          <a:ext cx="0" cy="0"/>
          <a:chOff x="0" y="0"/>
          <a:chExt cx="0" cy="0"/>
        </a:xfrm>
      </p:grpSpPr>
      <p:sp>
        <p:nvSpPr>
          <p:cNvPr id="36" name="Google Shape;36;p9"/>
          <p:cNvSpPr txBox="1"/>
          <p:nvPr>
            <p:ph type="title"/>
          </p:nvPr>
        </p:nvSpPr>
        <p:spPr>
          <a:xfrm>
            <a:off x="2267428" y="2926080"/>
            <a:ext cx="10617000" cy="102411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15300"/>
              <a:buFont typeface="Calibri"/>
              <a:buNone/>
              <a:defRPr sz="153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7" name="Google Shape;37;p9"/>
          <p:cNvSpPr txBox="1"/>
          <p:nvPr>
            <p:ph idx="1" type="body"/>
          </p:nvPr>
        </p:nvSpPr>
        <p:spPr>
          <a:xfrm>
            <a:off x="13994606" y="6319529"/>
            <a:ext cx="16665000" cy="31191300"/>
          </a:xfrm>
          <a:prstGeom prst="rect">
            <a:avLst/>
          </a:prstGeom>
          <a:noFill/>
          <a:ln>
            <a:noFill/>
          </a:ln>
        </p:spPr>
        <p:txBody>
          <a:bodyPr anchorCtr="0" anchor="t" bIns="45700" lIns="45700" spcFirstLastPara="1" rIns="45700" wrap="square" tIns="45700">
            <a:noAutofit/>
          </a:bodyPr>
          <a:lstStyle>
            <a:lvl1pPr indent="-1200150" lvl="0" marL="457200" algn="l">
              <a:lnSpc>
                <a:spcPct val="90000"/>
              </a:lnSpc>
              <a:spcBef>
                <a:spcPts val="4800"/>
              </a:spcBef>
              <a:spcAft>
                <a:spcPts val="0"/>
              </a:spcAft>
              <a:buClr>
                <a:srgbClr val="000000"/>
              </a:buClr>
              <a:buSzPts val="15300"/>
              <a:buChar char="•"/>
              <a:defRPr sz="15300"/>
            </a:lvl1pPr>
            <a:lvl2pPr indent="-1200150" lvl="1" marL="914400" algn="l">
              <a:lnSpc>
                <a:spcPct val="90000"/>
              </a:lnSpc>
              <a:spcBef>
                <a:spcPts val="4800"/>
              </a:spcBef>
              <a:spcAft>
                <a:spcPts val="0"/>
              </a:spcAft>
              <a:buClr>
                <a:srgbClr val="000000"/>
              </a:buClr>
              <a:buSzPts val="15300"/>
              <a:buChar char="•"/>
              <a:defRPr sz="15300"/>
            </a:lvl2pPr>
            <a:lvl3pPr indent="-1200150" lvl="2" marL="1371600" algn="l">
              <a:lnSpc>
                <a:spcPct val="90000"/>
              </a:lnSpc>
              <a:spcBef>
                <a:spcPts val="4800"/>
              </a:spcBef>
              <a:spcAft>
                <a:spcPts val="0"/>
              </a:spcAft>
              <a:buClr>
                <a:srgbClr val="000000"/>
              </a:buClr>
              <a:buSzPts val="15300"/>
              <a:buChar char="•"/>
              <a:defRPr sz="15300"/>
            </a:lvl3pPr>
            <a:lvl4pPr indent="-1200150" lvl="3" marL="1828800" algn="l">
              <a:lnSpc>
                <a:spcPct val="90000"/>
              </a:lnSpc>
              <a:spcBef>
                <a:spcPts val="4800"/>
              </a:spcBef>
              <a:spcAft>
                <a:spcPts val="0"/>
              </a:spcAft>
              <a:buClr>
                <a:srgbClr val="000000"/>
              </a:buClr>
              <a:buSzPts val="15300"/>
              <a:buChar char="•"/>
              <a:defRPr sz="15300"/>
            </a:lvl4pPr>
            <a:lvl5pPr indent="-1200150" lvl="4" marL="2286000" algn="l">
              <a:lnSpc>
                <a:spcPct val="90000"/>
              </a:lnSpc>
              <a:spcBef>
                <a:spcPts val="4800"/>
              </a:spcBef>
              <a:spcAft>
                <a:spcPts val="0"/>
              </a:spcAft>
              <a:buClr>
                <a:srgbClr val="000000"/>
              </a:buClr>
              <a:buSzPts val="15300"/>
              <a:buChar char="•"/>
              <a:defRPr sz="153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38" name="Google Shape;38;p9"/>
          <p:cNvSpPr txBox="1"/>
          <p:nvPr>
            <p:ph idx="2" type="body"/>
          </p:nvPr>
        </p:nvSpPr>
        <p:spPr>
          <a:xfrm>
            <a:off x="2267428" y="13167358"/>
            <a:ext cx="10617000" cy="243942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39" name="Google Shape;39;p9"/>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0" name="Shape 40"/>
        <p:cNvGrpSpPr/>
        <p:nvPr/>
      </p:nvGrpSpPr>
      <p:grpSpPr>
        <a:xfrm>
          <a:off x="0" y="0"/>
          <a:ext cx="0" cy="0"/>
          <a:chOff x="0" y="0"/>
          <a:chExt cx="0" cy="0"/>
        </a:xfrm>
      </p:grpSpPr>
      <p:sp>
        <p:nvSpPr>
          <p:cNvPr id="41" name="Google Shape;41;p10"/>
          <p:cNvSpPr txBox="1"/>
          <p:nvPr>
            <p:ph type="title"/>
          </p:nvPr>
        </p:nvSpPr>
        <p:spPr>
          <a:xfrm>
            <a:off x="2267428" y="2926080"/>
            <a:ext cx="10617000" cy="102411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15300"/>
              <a:buFont typeface="Calibri"/>
              <a:buNone/>
              <a:defRPr sz="153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2" name="Google Shape;42;p10"/>
          <p:cNvSpPr/>
          <p:nvPr>
            <p:ph idx="2" type="pic"/>
          </p:nvPr>
        </p:nvSpPr>
        <p:spPr>
          <a:xfrm>
            <a:off x="13994606" y="6319529"/>
            <a:ext cx="16665000" cy="31191300"/>
          </a:xfrm>
          <a:prstGeom prst="rect">
            <a:avLst/>
          </a:prstGeom>
          <a:noFill/>
          <a:ln>
            <a:noFill/>
          </a:ln>
        </p:spPr>
      </p:sp>
      <p:sp>
        <p:nvSpPr>
          <p:cNvPr id="43" name="Google Shape;43;p10"/>
          <p:cNvSpPr txBox="1"/>
          <p:nvPr>
            <p:ph idx="1" type="body"/>
          </p:nvPr>
        </p:nvSpPr>
        <p:spPr>
          <a:xfrm>
            <a:off x="2267428" y="13167358"/>
            <a:ext cx="10617000" cy="2439420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7600"/>
              <a:buFont typeface="Calibri"/>
              <a:buNone/>
              <a:defRPr sz="7600"/>
            </a:lvl1pPr>
            <a:lvl2pPr indent="-228600" lvl="1" marL="914400" algn="l">
              <a:lnSpc>
                <a:spcPct val="90000"/>
              </a:lnSpc>
              <a:spcBef>
                <a:spcPts val="4800"/>
              </a:spcBef>
              <a:spcAft>
                <a:spcPts val="0"/>
              </a:spcAft>
              <a:buClr>
                <a:srgbClr val="000000"/>
              </a:buClr>
              <a:buSzPts val="7600"/>
              <a:buFont typeface="Calibri"/>
              <a:buNone/>
              <a:defRPr sz="7600"/>
            </a:lvl2pPr>
            <a:lvl3pPr indent="-228600" lvl="2" marL="1371600" algn="l">
              <a:lnSpc>
                <a:spcPct val="90000"/>
              </a:lnSpc>
              <a:spcBef>
                <a:spcPts val="4800"/>
              </a:spcBef>
              <a:spcAft>
                <a:spcPts val="0"/>
              </a:spcAft>
              <a:buClr>
                <a:srgbClr val="000000"/>
              </a:buClr>
              <a:buSzPts val="7600"/>
              <a:buFont typeface="Calibri"/>
              <a:buNone/>
              <a:defRPr sz="7600"/>
            </a:lvl3pPr>
            <a:lvl4pPr indent="-228600" lvl="3" marL="1828800" algn="l">
              <a:lnSpc>
                <a:spcPct val="90000"/>
              </a:lnSpc>
              <a:spcBef>
                <a:spcPts val="4800"/>
              </a:spcBef>
              <a:spcAft>
                <a:spcPts val="0"/>
              </a:spcAft>
              <a:buClr>
                <a:srgbClr val="000000"/>
              </a:buClr>
              <a:buSzPts val="7600"/>
              <a:buFont typeface="Calibri"/>
              <a:buNone/>
              <a:defRPr sz="7600"/>
            </a:lvl4pPr>
            <a:lvl5pPr indent="-228600" lvl="4" marL="2286000" algn="l">
              <a:lnSpc>
                <a:spcPct val="90000"/>
              </a:lnSpc>
              <a:spcBef>
                <a:spcPts val="4800"/>
              </a:spcBef>
              <a:spcAft>
                <a:spcPts val="0"/>
              </a:spcAft>
              <a:buClr>
                <a:srgbClr val="000000"/>
              </a:buClr>
              <a:buSzPts val="7600"/>
              <a:buFont typeface="Calibri"/>
              <a:buNone/>
              <a:defRPr sz="76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44" name="Google Shape;44;p10"/>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5" name="Shape 45"/>
        <p:cNvGrpSpPr/>
        <p:nvPr/>
      </p:nvGrpSpPr>
      <p:grpSpPr>
        <a:xfrm>
          <a:off x="0" y="0"/>
          <a:ext cx="0" cy="0"/>
          <a:chOff x="0" y="0"/>
          <a:chExt cx="0" cy="0"/>
        </a:xfrm>
      </p:grpSpPr>
      <p:sp>
        <p:nvSpPr>
          <p:cNvPr id="46" name="Google Shape;46;p11"/>
          <p:cNvSpPr txBox="1"/>
          <p:nvPr>
            <p:ph type="title"/>
          </p:nvPr>
        </p:nvSpPr>
        <p:spPr>
          <a:xfrm>
            <a:off x="2468880" y="7183123"/>
            <a:ext cx="27980700" cy="15280800"/>
          </a:xfrm>
          <a:prstGeom prst="rect">
            <a:avLst/>
          </a:prstGeom>
          <a:noFill/>
          <a:ln>
            <a:noFill/>
          </a:ln>
        </p:spPr>
        <p:txBody>
          <a:bodyPr anchorCtr="0" anchor="b" bIns="45700" lIns="45700" spcFirstLastPara="1" rIns="45700" wrap="square" tIns="45700">
            <a:noAutofit/>
          </a:bodyPr>
          <a:lstStyle>
            <a:lvl1pPr lvl="0" algn="l">
              <a:lnSpc>
                <a:spcPct val="100000"/>
              </a:lnSpc>
              <a:spcBef>
                <a:spcPts val="0"/>
              </a:spcBef>
              <a:spcAft>
                <a:spcPts val="0"/>
              </a:spcAft>
              <a:buClr>
                <a:srgbClr val="2C365E"/>
              </a:buClr>
              <a:buSzPts val="14000"/>
              <a:buFont typeface="Arial"/>
              <a:buNone/>
              <a:defRPr sz="140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7" name="Google Shape;47;p11"/>
          <p:cNvSpPr txBox="1"/>
          <p:nvPr>
            <p:ph idx="1" type="body"/>
          </p:nvPr>
        </p:nvSpPr>
        <p:spPr>
          <a:xfrm>
            <a:off x="4114800" y="23053042"/>
            <a:ext cx="24688800" cy="10596900"/>
          </a:xfrm>
          <a:prstGeom prst="rect">
            <a:avLst/>
          </a:prstGeom>
          <a:noFill/>
          <a:ln>
            <a:noFill/>
          </a:ln>
        </p:spPr>
        <p:txBody>
          <a:bodyPr anchorCtr="0" anchor="t" bIns="45700" lIns="45700" spcFirstLastPara="1" rIns="45700" wrap="square" tIns="45700">
            <a:noAutofit/>
          </a:bodyPr>
          <a:lstStyle>
            <a:lvl1pPr indent="-228600" lvl="0" marL="457200" algn="ctr">
              <a:lnSpc>
                <a:spcPct val="90000"/>
              </a:lnSpc>
              <a:spcBef>
                <a:spcPts val="4800"/>
              </a:spcBef>
              <a:spcAft>
                <a:spcPts val="0"/>
              </a:spcAft>
              <a:buClr>
                <a:srgbClr val="000000"/>
              </a:buClr>
              <a:buSzPts val="11500"/>
              <a:buFont typeface="Calibri"/>
              <a:buNone/>
              <a:defRPr sz="11500"/>
            </a:lvl1pPr>
            <a:lvl2pPr indent="-228600" lvl="1" marL="914400" algn="ctr">
              <a:lnSpc>
                <a:spcPct val="90000"/>
              </a:lnSpc>
              <a:spcBef>
                <a:spcPts val="4800"/>
              </a:spcBef>
              <a:spcAft>
                <a:spcPts val="0"/>
              </a:spcAft>
              <a:buClr>
                <a:srgbClr val="000000"/>
              </a:buClr>
              <a:buSzPts val="11500"/>
              <a:buFont typeface="Calibri"/>
              <a:buNone/>
              <a:defRPr sz="11500"/>
            </a:lvl2pPr>
            <a:lvl3pPr indent="-228600" lvl="2" marL="1371600" algn="ctr">
              <a:lnSpc>
                <a:spcPct val="90000"/>
              </a:lnSpc>
              <a:spcBef>
                <a:spcPts val="4800"/>
              </a:spcBef>
              <a:spcAft>
                <a:spcPts val="0"/>
              </a:spcAft>
              <a:buClr>
                <a:srgbClr val="000000"/>
              </a:buClr>
              <a:buSzPts val="11500"/>
              <a:buFont typeface="Calibri"/>
              <a:buNone/>
              <a:defRPr sz="11500"/>
            </a:lvl3pPr>
            <a:lvl4pPr indent="-228600" lvl="3" marL="1828800" algn="ctr">
              <a:lnSpc>
                <a:spcPct val="90000"/>
              </a:lnSpc>
              <a:spcBef>
                <a:spcPts val="4800"/>
              </a:spcBef>
              <a:spcAft>
                <a:spcPts val="0"/>
              </a:spcAft>
              <a:buClr>
                <a:srgbClr val="000000"/>
              </a:buClr>
              <a:buSzPts val="11500"/>
              <a:buFont typeface="Calibri"/>
              <a:buNone/>
              <a:defRPr sz="11500"/>
            </a:lvl4pPr>
            <a:lvl5pPr indent="-228600" lvl="4" marL="2286000" algn="ctr">
              <a:lnSpc>
                <a:spcPct val="90000"/>
              </a:lnSpc>
              <a:spcBef>
                <a:spcPts val="4800"/>
              </a:spcBef>
              <a:spcAft>
                <a:spcPts val="0"/>
              </a:spcAft>
              <a:buClr>
                <a:srgbClr val="000000"/>
              </a:buClr>
              <a:buSzPts val="11500"/>
              <a:buFont typeface="Calibri"/>
              <a:buNone/>
              <a:defRPr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48" name="Google Shape;48;p11"/>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9" name="Shape 49"/>
        <p:cNvGrpSpPr/>
        <p:nvPr/>
      </p:nvGrpSpPr>
      <p:grpSpPr>
        <a:xfrm>
          <a:off x="0" y="0"/>
          <a:ext cx="0" cy="0"/>
          <a:chOff x="0" y="0"/>
          <a:chExt cx="0" cy="0"/>
        </a:xfrm>
      </p:grpSpPr>
      <p:sp>
        <p:nvSpPr>
          <p:cNvPr id="50" name="Google Shape;50;p12"/>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1" name="Google Shape;51;p12"/>
          <p:cNvSpPr txBox="1"/>
          <p:nvPr>
            <p:ph idx="1" type="body"/>
          </p:nvPr>
        </p:nvSpPr>
        <p:spPr>
          <a:xfrm>
            <a:off x="2263139" y="11684000"/>
            <a:ext cx="28392300" cy="278484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52" name="Google Shape;52;p12"/>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2">
    <p:spTree>
      <p:nvGrpSpPr>
        <p:cNvPr id="53" name="Shape 53"/>
        <p:cNvGrpSpPr/>
        <p:nvPr/>
      </p:nvGrpSpPr>
      <p:grpSpPr>
        <a:xfrm>
          <a:off x="0" y="0"/>
          <a:ext cx="0" cy="0"/>
          <a:chOff x="0" y="0"/>
          <a:chExt cx="0" cy="0"/>
        </a:xfrm>
      </p:grpSpPr>
      <p:sp>
        <p:nvSpPr>
          <p:cNvPr id="54" name="Google Shape;54;p13"/>
          <p:cNvSpPr txBox="1"/>
          <p:nvPr>
            <p:ph type="title"/>
          </p:nvPr>
        </p:nvSpPr>
        <p:spPr>
          <a:xfrm>
            <a:off x="2245997" y="10942330"/>
            <a:ext cx="28392300" cy="182577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28800"/>
              <a:buFont typeface="Calibri"/>
              <a:buNone/>
              <a:defRPr sz="288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5" name="Google Shape;55;p13"/>
          <p:cNvSpPr txBox="1"/>
          <p:nvPr>
            <p:ph idx="1" type="body"/>
          </p:nvPr>
        </p:nvSpPr>
        <p:spPr>
          <a:xfrm>
            <a:off x="2245997" y="29372571"/>
            <a:ext cx="28392300" cy="960120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11500"/>
              <a:buFont typeface="Calibri"/>
              <a:buNone/>
              <a:defRPr sz="11500"/>
            </a:lvl1pPr>
            <a:lvl2pPr indent="-228600" lvl="1" marL="914400" algn="l">
              <a:lnSpc>
                <a:spcPct val="90000"/>
              </a:lnSpc>
              <a:spcBef>
                <a:spcPts val="4800"/>
              </a:spcBef>
              <a:spcAft>
                <a:spcPts val="0"/>
              </a:spcAft>
              <a:buClr>
                <a:srgbClr val="000000"/>
              </a:buClr>
              <a:buSzPts val="11500"/>
              <a:buFont typeface="Calibri"/>
              <a:buNone/>
              <a:defRPr sz="11500"/>
            </a:lvl2pPr>
            <a:lvl3pPr indent="-228600" lvl="2" marL="1371600" algn="l">
              <a:lnSpc>
                <a:spcPct val="90000"/>
              </a:lnSpc>
              <a:spcBef>
                <a:spcPts val="4800"/>
              </a:spcBef>
              <a:spcAft>
                <a:spcPts val="0"/>
              </a:spcAft>
              <a:buClr>
                <a:srgbClr val="000000"/>
              </a:buClr>
              <a:buSzPts val="11500"/>
              <a:buFont typeface="Calibri"/>
              <a:buNone/>
              <a:defRPr sz="11500"/>
            </a:lvl3pPr>
            <a:lvl4pPr indent="-228600" lvl="3" marL="1828800" algn="l">
              <a:lnSpc>
                <a:spcPct val="90000"/>
              </a:lnSpc>
              <a:spcBef>
                <a:spcPts val="4800"/>
              </a:spcBef>
              <a:spcAft>
                <a:spcPts val="0"/>
              </a:spcAft>
              <a:buClr>
                <a:srgbClr val="000000"/>
              </a:buClr>
              <a:buSzPts val="11500"/>
              <a:buFont typeface="Calibri"/>
              <a:buNone/>
              <a:defRPr sz="11500"/>
            </a:lvl4pPr>
            <a:lvl5pPr indent="-228600" lvl="4" marL="2286000" algn="l">
              <a:lnSpc>
                <a:spcPct val="90000"/>
              </a:lnSpc>
              <a:spcBef>
                <a:spcPts val="4800"/>
              </a:spcBef>
              <a:spcAft>
                <a:spcPts val="0"/>
              </a:spcAft>
              <a:buClr>
                <a:srgbClr val="000000"/>
              </a:buClr>
              <a:buSzPts val="11500"/>
              <a:buFont typeface="Calibri"/>
              <a:buNone/>
              <a:defRPr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56" name="Google Shape;56;p13"/>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2">
    <p:spTree>
      <p:nvGrpSpPr>
        <p:cNvPr id="57" name="Shape 57"/>
        <p:cNvGrpSpPr/>
        <p:nvPr/>
      </p:nvGrpSpPr>
      <p:grpSpPr>
        <a:xfrm>
          <a:off x="0" y="0"/>
          <a:ext cx="0" cy="0"/>
          <a:chOff x="0" y="0"/>
          <a:chExt cx="0" cy="0"/>
        </a:xfrm>
      </p:grpSpPr>
      <p:sp>
        <p:nvSpPr>
          <p:cNvPr id="58" name="Google Shape;58;p14"/>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9" name="Google Shape;59;p14"/>
          <p:cNvSpPr txBox="1"/>
          <p:nvPr>
            <p:ph idx="1" type="body"/>
          </p:nvPr>
        </p:nvSpPr>
        <p:spPr>
          <a:xfrm>
            <a:off x="2263139" y="11684000"/>
            <a:ext cx="13990500" cy="278484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60" name="Google Shape;60;p14"/>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2">
    <p:spTree>
      <p:nvGrpSpPr>
        <p:cNvPr id="61" name="Shape 61"/>
        <p:cNvGrpSpPr/>
        <p:nvPr/>
      </p:nvGrpSpPr>
      <p:grpSpPr>
        <a:xfrm>
          <a:off x="0" y="0"/>
          <a:ext cx="0" cy="0"/>
          <a:chOff x="0" y="0"/>
          <a:chExt cx="0" cy="0"/>
        </a:xfrm>
      </p:grpSpPr>
      <p:sp>
        <p:nvSpPr>
          <p:cNvPr id="62" name="Google Shape;62;p15"/>
          <p:cNvSpPr txBox="1"/>
          <p:nvPr>
            <p:ph type="title"/>
          </p:nvPr>
        </p:nvSpPr>
        <p:spPr>
          <a:xfrm>
            <a:off x="2267428"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63" name="Google Shape;63;p15"/>
          <p:cNvSpPr txBox="1"/>
          <p:nvPr>
            <p:ph idx="1" type="body"/>
          </p:nvPr>
        </p:nvSpPr>
        <p:spPr>
          <a:xfrm>
            <a:off x="2267431" y="10759442"/>
            <a:ext cx="13926000" cy="5273100"/>
          </a:xfrm>
          <a:prstGeom prst="rect">
            <a:avLst/>
          </a:prstGeom>
          <a:noFill/>
          <a:ln>
            <a:noFill/>
          </a:ln>
        </p:spPr>
        <p:txBody>
          <a:bodyPr anchorCtr="0" anchor="b"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11500"/>
              <a:buFont typeface="Calibri"/>
              <a:buNone/>
              <a:defRPr b="1" sz="11500"/>
            </a:lvl1pPr>
            <a:lvl2pPr indent="-228600" lvl="1" marL="914400" algn="l">
              <a:lnSpc>
                <a:spcPct val="90000"/>
              </a:lnSpc>
              <a:spcBef>
                <a:spcPts val="4800"/>
              </a:spcBef>
              <a:spcAft>
                <a:spcPts val="0"/>
              </a:spcAft>
              <a:buClr>
                <a:srgbClr val="000000"/>
              </a:buClr>
              <a:buSzPts val="11500"/>
              <a:buFont typeface="Calibri"/>
              <a:buNone/>
              <a:defRPr b="1" sz="11500"/>
            </a:lvl2pPr>
            <a:lvl3pPr indent="-228600" lvl="2" marL="1371600" algn="l">
              <a:lnSpc>
                <a:spcPct val="90000"/>
              </a:lnSpc>
              <a:spcBef>
                <a:spcPts val="4800"/>
              </a:spcBef>
              <a:spcAft>
                <a:spcPts val="0"/>
              </a:spcAft>
              <a:buClr>
                <a:srgbClr val="000000"/>
              </a:buClr>
              <a:buSzPts val="11500"/>
              <a:buFont typeface="Calibri"/>
              <a:buNone/>
              <a:defRPr b="1" sz="11500"/>
            </a:lvl3pPr>
            <a:lvl4pPr indent="-228600" lvl="3" marL="1828800" algn="l">
              <a:lnSpc>
                <a:spcPct val="90000"/>
              </a:lnSpc>
              <a:spcBef>
                <a:spcPts val="4800"/>
              </a:spcBef>
              <a:spcAft>
                <a:spcPts val="0"/>
              </a:spcAft>
              <a:buClr>
                <a:srgbClr val="000000"/>
              </a:buClr>
              <a:buSzPts val="11500"/>
              <a:buFont typeface="Calibri"/>
              <a:buNone/>
              <a:defRPr b="1" sz="11500"/>
            </a:lvl4pPr>
            <a:lvl5pPr indent="-228600" lvl="4" marL="2286000" algn="l">
              <a:lnSpc>
                <a:spcPct val="90000"/>
              </a:lnSpc>
              <a:spcBef>
                <a:spcPts val="4800"/>
              </a:spcBef>
              <a:spcAft>
                <a:spcPts val="0"/>
              </a:spcAft>
              <a:buClr>
                <a:srgbClr val="000000"/>
              </a:buClr>
              <a:buSzPts val="11500"/>
              <a:buFont typeface="Calibri"/>
              <a:buNone/>
              <a:defRPr b="1"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64" name="Google Shape;64;p15"/>
          <p:cNvSpPr txBox="1"/>
          <p:nvPr>
            <p:ph idx="2" type="body"/>
          </p:nvPr>
        </p:nvSpPr>
        <p:spPr>
          <a:xfrm>
            <a:off x="16664942" y="10759442"/>
            <a:ext cx="13994700" cy="5273100"/>
          </a:xfrm>
          <a:prstGeom prst="rect">
            <a:avLst/>
          </a:prstGeom>
          <a:noFill/>
          <a:ln>
            <a:noFill/>
          </a:ln>
        </p:spPr>
        <p:txBody>
          <a:bodyPr anchorCtr="0" anchor="b"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65" name="Google Shape;65;p15"/>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2">
    <p:spTree>
      <p:nvGrpSpPr>
        <p:cNvPr id="66" name="Shape 66"/>
        <p:cNvGrpSpPr/>
        <p:nvPr/>
      </p:nvGrpSpPr>
      <p:grpSpPr>
        <a:xfrm>
          <a:off x="0" y="0"/>
          <a:ext cx="0" cy="0"/>
          <a:chOff x="0" y="0"/>
          <a:chExt cx="0" cy="0"/>
        </a:xfrm>
      </p:grpSpPr>
      <p:sp>
        <p:nvSpPr>
          <p:cNvPr id="67" name="Google Shape;67;p16"/>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68" name="Google Shape;68;p16"/>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spTree>
      <p:nvGrpSpPr>
        <p:cNvPr id="69" name="Shape 69"/>
        <p:cNvGrpSpPr/>
        <p:nvPr/>
      </p:nvGrpSpPr>
      <p:grpSpPr>
        <a:xfrm>
          <a:off x="0" y="0"/>
          <a:ext cx="0" cy="0"/>
          <a:chOff x="0" y="0"/>
          <a:chExt cx="0" cy="0"/>
        </a:xfrm>
      </p:grpSpPr>
      <p:sp>
        <p:nvSpPr>
          <p:cNvPr id="70" name="Google Shape;70;p17"/>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2">
    <p:spTree>
      <p:nvGrpSpPr>
        <p:cNvPr id="71" name="Shape 71"/>
        <p:cNvGrpSpPr/>
        <p:nvPr/>
      </p:nvGrpSpPr>
      <p:grpSpPr>
        <a:xfrm>
          <a:off x="0" y="0"/>
          <a:ext cx="0" cy="0"/>
          <a:chOff x="0" y="0"/>
          <a:chExt cx="0" cy="0"/>
        </a:xfrm>
      </p:grpSpPr>
      <p:sp>
        <p:nvSpPr>
          <p:cNvPr id="72" name="Google Shape;72;p18"/>
          <p:cNvSpPr txBox="1"/>
          <p:nvPr>
            <p:ph type="title"/>
          </p:nvPr>
        </p:nvSpPr>
        <p:spPr>
          <a:xfrm>
            <a:off x="2267428" y="2926080"/>
            <a:ext cx="10617000" cy="102411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15300"/>
              <a:buFont typeface="Calibri"/>
              <a:buNone/>
              <a:defRPr sz="153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73" name="Google Shape;73;p18"/>
          <p:cNvSpPr txBox="1"/>
          <p:nvPr>
            <p:ph idx="1" type="body"/>
          </p:nvPr>
        </p:nvSpPr>
        <p:spPr>
          <a:xfrm>
            <a:off x="13994608" y="6319529"/>
            <a:ext cx="16665000" cy="31191300"/>
          </a:xfrm>
          <a:prstGeom prst="rect">
            <a:avLst/>
          </a:prstGeom>
          <a:noFill/>
          <a:ln>
            <a:noFill/>
          </a:ln>
        </p:spPr>
        <p:txBody>
          <a:bodyPr anchorCtr="0" anchor="t" bIns="45700" lIns="45700" spcFirstLastPara="1" rIns="45700" wrap="square" tIns="45700">
            <a:noAutofit/>
          </a:bodyPr>
          <a:lstStyle>
            <a:lvl1pPr indent="-1200150" lvl="0" marL="457200" algn="l">
              <a:lnSpc>
                <a:spcPct val="90000"/>
              </a:lnSpc>
              <a:spcBef>
                <a:spcPts val="4800"/>
              </a:spcBef>
              <a:spcAft>
                <a:spcPts val="0"/>
              </a:spcAft>
              <a:buClr>
                <a:srgbClr val="000000"/>
              </a:buClr>
              <a:buSzPts val="15300"/>
              <a:buChar char="•"/>
              <a:defRPr sz="15300"/>
            </a:lvl1pPr>
            <a:lvl2pPr indent="-1200150" lvl="1" marL="914400" algn="l">
              <a:lnSpc>
                <a:spcPct val="90000"/>
              </a:lnSpc>
              <a:spcBef>
                <a:spcPts val="4800"/>
              </a:spcBef>
              <a:spcAft>
                <a:spcPts val="0"/>
              </a:spcAft>
              <a:buClr>
                <a:srgbClr val="000000"/>
              </a:buClr>
              <a:buSzPts val="15300"/>
              <a:buChar char="•"/>
              <a:defRPr sz="15300"/>
            </a:lvl2pPr>
            <a:lvl3pPr indent="-1200150" lvl="2" marL="1371600" algn="l">
              <a:lnSpc>
                <a:spcPct val="90000"/>
              </a:lnSpc>
              <a:spcBef>
                <a:spcPts val="4800"/>
              </a:spcBef>
              <a:spcAft>
                <a:spcPts val="0"/>
              </a:spcAft>
              <a:buClr>
                <a:srgbClr val="000000"/>
              </a:buClr>
              <a:buSzPts val="15300"/>
              <a:buChar char="•"/>
              <a:defRPr sz="15300"/>
            </a:lvl3pPr>
            <a:lvl4pPr indent="-1200150" lvl="3" marL="1828800" algn="l">
              <a:lnSpc>
                <a:spcPct val="90000"/>
              </a:lnSpc>
              <a:spcBef>
                <a:spcPts val="4800"/>
              </a:spcBef>
              <a:spcAft>
                <a:spcPts val="0"/>
              </a:spcAft>
              <a:buClr>
                <a:srgbClr val="000000"/>
              </a:buClr>
              <a:buSzPts val="15300"/>
              <a:buChar char="•"/>
              <a:defRPr sz="15300"/>
            </a:lvl4pPr>
            <a:lvl5pPr indent="-1200150" lvl="4" marL="2286000" algn="l">
              <a:lnSpc>
                <a:spcPct val="90000"/>
              </a:lnSpc>
              <a:spcBef>
                <a:spcPts val="4800"/>
              </a:spcBef>
              <a:spcAft>
                <a:spcPts val="0"/>
              </a:spcAft>
              <a:buClr>
                <a:srgbClr val="000000"/>
              </a:buClr>
              <a:buSzPts val="15300"/>
              <a:buChar char="•"/>
              <a:defRPr sz="153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74" name="Google Shape;74;p18"/>
          <p:cNvSpPr txBox="1"/>
          <p:nvPr>
            <p:ph idx="2" type="body"/>
          </p:nvPr>
        </p:nvSpPr>
        <p:spPr>
          <a:xfrm>
            <a:off x="2267428" y="13167358"/>
            <a:ext cx="10617000" cy="243942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75" name="Google Shape;75;p18"/>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2">
    <p:spTree>
      <p:nvGrpSpPr>
        <p:cNvPr id="76" name="Shape 76"/>
        <p:cNvGrpSpPr/>
        <p:nvPr/>
      </p:nvGrpSpPr>
      <p:grpSpPr>
        <a:xfrm>
          <a:off x="0" y="0"/>
          <a:ext cx="0" cy="0"/>
          <a:chOff x="0" y="0"/>
          <a:chExt cx="0" cy="0"/>
        </a:xfrm>
      </p:grpSpPr>
      <p:sp>
        <p:nvSpPr>
          <p:cNvPr id="77" name="Google Shape;77;p19"/>
          <p:cNvSpPr txBox="1"/>
          <p:nvPr>
            <p:ph type="title"/>
          </p:nvPr>
        </p:nvSpPr>
        <p:spPr>
          <a:xfrm>
            <a:off x="2267428" y="2926080"/>
            <a:ext cx="10617000" cy="102411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15300"/>
              <a:buFont typeface="Calibri"/>
              <a:buNone/>
              <a:defRPr sz="153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78" name="Google Shape;78;p19"/>
          <p:cNvSpPr/>
          <p:nvPr>
            <p:ph idx="2" type="pic"/>
          </p:nvPr>
        </p:nvSpPr>
        <p:spPr>
          <a:xfrm>
            <a:off x="13994608" y="6319529"/>
            <a:ext cx="16665000" cy="31191300"/>
          </a:xfrm>
          <a:prstGeom prst="rect">
            <a:avLst/>
          </a:prstGeom>
          <a:noFill/>
          <a:ln>
            <a:noFill/>
          </a:ln>
        </p:spPr>
      </p:sp>
      <p:sp>
        <p:nvSpPr>
          <p:cNvPr id="79" name="Google Shape;79;p19"/>
          <p:cNvSpPr txBox="1"/>
          <p:nvPr>
            <p:ph idx="1" type="body"/>
          </p:nvPr>
        </p:nvSpPr>
        <p:spPr>
          <a:xfrm>
            <a:off x="2267428" y="13167358"/>
            <a:ext cx="10617000" cy="2439420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7600"/>
              <a:buFont typeface="Calibri"/>
              <a:buNone/>
              <a:defRPr sz="7600"/>
            </a:lvl1pPr>
            <a:lvl2pPr indent="-228600" lvl="1" marL="914400" algn="l">
              <a:lnSpc>
                <a:spcPct val="90000"/>
              </a:lnSpc>
              <a:spcBef>
                <a:spcPts val="4800"/>
              </a:spcBef>
              <a:spcAft>
                <a:spcPts val="0"/>
              </a:spcAft>
              <a:buClr>
                <a:srgbClr val="000000"/>
              </a:buClr>
              <a:buSzPts val="7600"/>
              <a:buFont typeface="Calibri"/>
              <a:buNone/>
              <a:defRPr sz="7600"/>
            </a:lvl2pPr>
            <a:lvl3pPr indent="-228600" lvl="2" marL="1371600" algn="l">
              <a:lnSpc>
                <a:spcPct val="90000"/>
              </a:lnSpc>
              <a:spcBef>
                <a:spcPts val="4800"/>
              </a:spcBef>
              <a:spcAft>
                <a:spcPts val="0"/>
              </a:spcAft>
              <a:buClr>
                <a:srgbClr val="000000"/>
              </a:buClr>
              <a:buSzPts val="7600"/>
              <a:buFont typeface="Calibri"/>
              <a:buNone/>
              <a:defRPr sz="7600"/>
            </a:lvl3pPr>
            <a:lvl4pPr indent="-228600" lvl="3" marL="1828800" algn="l">
              <a:lnSpc>
                <a:spcPct val="90000"/>
              </a:lnSpc>
              <a:spcBef>
                <a:spcPts val="4800"/>
              </a:spcBef>
              <a:spcAft>
                <a:spcPts val="0"/>
              </a:spcAft>
              <a:buClr>
                <a:srgbClr val="000000"/>
              </a:buClr>
              <a:buSzPts val="7600"/>
              <a:buFont typeface="Calibri"/>
              <a:buNone/>
              <a:defRPr sz="7600"/>
            </a:lvl4pPr>
            <a:lvl5pPr indent="-228600" lvl="4" marL="2286000" algn="l">
              <a:lnSpc>
                <a:spcPct val="90000"/>
              </a:lnSpc>
              <a:spcBef>
                <a:spcPts val="4800"/>
              </a:spcBef>
              <a:spcAft>
                <a:spcPts val="0"/>
              </a:spcAft>
              <a:buClr>
                <a:srgbClr val="000000"/>
              </a:buClr>
              <a:buSzPts val="7600"/>
              <a:buFont typeface="Calibri"/>
              <a:buNone/>
              <a:defRPr sz="76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80" name="Google Shape;80;p19"/>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2">
    <p:bg>
      <p:bgPr>
        <a:solidFill>
          <a:srgbClr val="003062"/>
        </a:solidFill>
      </p:bgPr>
    </p:bg>
    <p:spTree>
      <p:nvGrpSpPr>
        <p:cNvPr id="81" name="Shape 81"/>
        <p:cNvGrpSpPr/>
        <p:nvPr/>
      </p:nvGrpSpPr>
      <p:grpSpPr>
        <a:xfrm>
          <a:off x="0" y="0"/>
          <a:ext cx="0" cy="0"/>
          <a:chOff x="0" y="0"/>
          <a:chExt cx="0" cy="0"/>
        </a:xfrm>
      </p:grpSpPr>
      <p:sp>
        <p:nvSpPr>
          <p:cNvPr id="82" name="Google Shape;82;p20"/>
          <p:cNvSpPr txBox="1"/>
          <p:nvPr>
            <p:ph type="title"/>
          </p:nvPr>
        </p:nvSpPr>
        <p:spPr>
          <a:xfrm>
            <a:off x="2468880" y="13634721"/>
            <a:ext cx="27980700" cy="94080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83" name="Google Shape;83;p20"/>
          <p:cNvSpPr txBox="1"/>
          <p:nvPr>
            <p:ph idx="1" type="body"/>
          </p:nvPr>
        </p:nvSpPr>
        <p:spPr>
          <a:xfrm>
            <a:off x="4937760" y="24871679"/>
            <a:ext cx="23042700" cy="11216700"/>
          </a:xfrm>
          <a:prstGeom prst="rect">
            <a:avLst/>
          </a:prstGeom>
          <a:noFill/>
          <a:ln>
            <a:noFill/>
          </a:ln>
        </p:spPr>
        <p:txBody>
          <a:bodyPr anchorCtr="0" anchor="t" bIns="219450" lIns="219450" spcFirstLastPara="1" rIns="219450" wrap="square" tIns="219450">
            <a:noAutofit/>
          </a:bodyPr>
          <a:lstStyle>
            <a:lvl1pPr indent="-228600" lvl="0" marL="457200" algn="ctr">
              <a:lnSpc>
                <a:spcPct val="100000"/>
              </a:lnSpc>
              <a:spcBef>
                <a:spcPts val="3600"/>
              </a:spcBef>
              <a:spcAft>
                <a:spcPts val="0"/>
              </a:spcAft>
              <a:buClr>
                <a:srgbClr val="888888"/>
              </a:buClr>
              <a:buSzPts val="15400"/>
              <a:buFont typeface="Calibri"/>
              <a:buNone/>
              <a:defRPr sz="15400">
                <a:solidFill>
                  <a:srgbClr val="888888"/>
                </a:solidFill>
              </a:defRPr>
            </a:lvl1pPr>
            <a:lvl2pPr indent="-228600" lvl="1" marL="914400" algn="ctr">
              <a:lnSpc>
                <a:spcPct val="100000"/>
              </a:lnSpc>
              <a:spcBef>
                <a:spcPts val="3600"/>
              </a:spcBef>
              <a:spcAft>
                <a:spcPts val="0"/>
              </a:spcAft>
              <a:buClr>
                <a:srgbClr val="888888"/>
              </a:buClr>
              <a:buSzPts val="15400"/>
              <a:buFont typeface="Calibri"/>
              <a:buNone/>
              <a:defRPr sz="15400">
                <a:solidFill>
                  <a:srgbClr val="888888"/>
                </a:solidFill>
              </a:defRPr>
            </a:lvl2pPr>
            <a:lvl3pPr indent="-228600" lvl="2" marL="1371600" algn="ctr">
              <a:lnSpc>
                <a:spcPct val="100000"/>
              </a:lnSpc>
              <a:spcBef>
                <a:spcPts val="3600"/>
              </a:spcBef>
              <a:spcAft>
                <a:spcPts val="0"/>
              </a:spcAft>
              <a:buClr>
                <a:srgbClr val="888888"/>
              </a:buClr>
              <a:buSzPts val="15400"/>
              <a:buFont typeface="Calibri"/>
              <a:buNone/>
              <a:defRPr sz="15400">
                <a:solidFill>
                  <a:srgbClr val="888888"/>
                </a:solidFill>
              </a:defRPr>
            </a:lvl3pPr>
            <a:lvl4pPr indent="-228600" lvl="3" marL="1828800" algn="ctr">
              <a:lnSpc>
                <a:spcPct val="100000"/>
              </a:lnSpc>
              <a:spcBef>
                <a:spcPts val="3600"/>
              </a:spcBef>
              <a:spcAft>
                <a:spcPts val="0"/>
              </a:spcAft>
              <a:buClr>
                <a:srgbClr val="888888"/>
              </a:buClr>
              <a:buSzPts val="15400"/>
              <a:buFont typeface="Calibri"/>
              <a:buNone/>
              <a:defRPr sz="15400">
                <a:solidFill>
                  <a:srgbClr val="888888"/>
                </a:solidFill>
              </a:defRPr>
            </a:lvl4pPr>
            <a:lvl5pPr indent="-228600" lvl="4" marL="2286000" algn="ctr">
              <a:lnSpc>
                <a:spcPct val="100000"/>
              </a:lnSpc>
              <a:spcBef>
                <a:spcPts val="3600"/>
              </a:spcBef>
              <a:spcAft>
                <a:spcPts val="0"/>
              </a:spcAft>
              <a:buClr>
                <a:srgbClr val="888888"/>
              </a:buClr>
              <a:buSzPts val="15400"/>
              <a:buFont typeface="Calibri"/>
              <a:buNone/>
              <a:defRPr sz="15400">
                <a:solidFill>
                  <a:srgbClr val="888888"/>
                </a:solidFill>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84" name="Google Shape;84;p20"/>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
    <p:bg>
      <p:bgPr>
        <a:solidFill>
          <a:srgbClr val="003062"/>
        </a:solidFill>
      </p:bgPr>
    </p:bg>
    <p:spTree>
      <p:nvGrpSpPr>
        <p:cNvPr id="85" name="Shape 85"/>
        <p:cNvGrpSpPr/>
        <p:nvPr/>
      </p:nvGrpSpPr>
      <p:grpSpPr>
        <a:xfrm>
          <a:off x="0" y="0"/>
          <a:ext cx="0" cy="0"/>
          <a:chOff x="0" y="0"/>
          <a:chExt cx="0" cy="0"/>
        </a:xfrm>
      </p:grpSpPr>
      <p:sp>
        <p:nvSpPr>
          <p:cNvPr id="86" name="Google Shape;86;p21"/>
          <p:cNvSpPr txBox="1"/>
          <p:nvPr>
            <p:ph type="title"/>
          </p:nvPr>
        </p:nvSpPr>
        <p:spPr>
          <a:xfrm>
            <a:off x="1645919" y="1757681"/>
            <a:ext cx="29626500" cy="73152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87" name="Google Shape;87;p21"/>
          <p:cNvSpPr txBox="1"/>
          <p:nvPr>
            <p:ph idx="1" type="body"/>
          </p:nvPr>
        </p:nvSpPr>
        <p:spPr>
          <a:xfrm>
            <a:off x="1645919" y="10241282"/>
            <a:ext cx="29626500" cy="28965900"/>
          </a:xfrm>
          <a:prstGeom prst="rect">
            <a:avLst/>
          </a:prstGeom>
          <a:noFill/>
          <a:ln>
            <a:noFill/>
          </a:ln>
        </p:spPr>
        <p:txBody>
          <a:bodyPr anchorCtr="0" anchor="t" bIns="219450" lIns="219450" spcFirstLastPara="1" rIns="219450" wrap="square" tIns="219450">
            <a:noAutofit/>
          </a:bodyPr>
          <a:lstStyle>
            <a:lvl1pPr indent="-1206500" lvl="0" marL="457200" algn="l">
              <a:lnSpc>
                <a:spcPct val="100000"/>
              </a:lnSpc>
              <a:spcBef>
                <a:spcPts val="3600"/>
              </a:spcBef>
              <a:spcAft>
                <a:spcPts val="0"/>
              </a:spcAft>
              <a:buClr>
                <a:srgbClr val="000000"/>
              </a:buClr>
              <a:buSzPts val="15400"/>
              <a:buChar char="•"/>
              <a:defRPr sz="15400"/>
            </a:lvl1pPr>
            <a:lvl2pPr indent="-1206500" lvl="1" marL="914400" algn="l">
              <a:lnSpc>
                <a:spcPct val="100000"/>
              </a:lnSpc>
              <a:spcBef>
                <a:spcPts val="3600"/>
              </a:spcBef>
              <a:spcAft>
                <a:spcPts val="0"/>
              </a:spcAft>
              <a:buClr>
                <a:srgbClr val="000000"/>
              </a:buClr>
              <a:buSzPts val="15400"/>
              <a:buChar char="–"/>
              <a:defRPr sz="15400"/>
            </a:lvl2pPr>
            <a:lvl3pPr indent="-1206500" lvl="2" marL="1371600" algn="l">
              <a:lnSpc>
                <a:spcPct val="100000"/>
              </a:lnSpc>
              <a:spcBef>
                <a:spcPts val="3600"/>
              </a:spcBef>
              <a:spcAft>
                <a:spcPts val="0"/>
              </a:spcAft>
              <a:buClr>
                <a:srgbClr val="000000"/>
              </a:buClr>
              <a:buSzPts val="15400"/>
              <a:buChar char="•"/>
              <a:defRPr sz="15400"/>
            </a:lvl3pPr>
            <a:lvl4pPr indent="-1206500" lvl="3" marL="1828800" algn="l">
              <a:lnSpc>
                <a:spcPct val="100000"/>
              </a:lnSpc>
              <a:spcBef>
                <a:spcPts val="3600"/>
              </a:spcBef>
              <a:spcAft>
                <a:spcPts val="0"/>
              </a:spcAft>
              <a:buClr>
                <a:srgbClr val="000000"/>
              </a:buClr>
              <a:buSzPts val="15400"/>
              <a:buChar char="–"/>
              <a:defRPr sz="15400"/>
            </a:lvl4pPr>
            <a:lvl5pPr indent="-1206500" lvl="4" marL="2286000" algn="l">
              <a:lnSpc>
                <a:spcPct val="100000"/>
              </a:lnSpc>
              <a:spcBef>
                <a:spcPts val="3600"/>
              </a:spcBef>
              <a:spcAft>
                <a:spcPts val="0"/>
              </a:spcAft>
              <a:buClr>
                <a:srgbClr val="000000"/>
              </a:buClr>
              <a:buSzPts val="15400"/>
              <a:buChar char="»"/>
              <a:defRPr sz="154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88" name="Google Shape;88;p21"/>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3">
    <p:bg>
      <p:bgPr>
        <a:solidFill>
          <a:srgbClr val="003062"/>
        </a:solidFill>
      </p:bgPr>
    </p:bg>
    <p:spTree>
      <p:nvGrpSpPr>
        <p:cNvPr id="89" name="Shape 89"/>
        <p:cNvGrpSpPr/>
        <p:nvPr/>
      </p:nvGrpSpPr>
      <p:grpSpPr>
        <a:xfrm>
          <a:off x="0" y="0"/>
          <a:ext cx="0" cy="0"/>
          <a:chOff x="0" y="0"/>
          <a:chExt cx="0" cy="0"/>
        </a:xfrm>
      </p:grpSpPr>
      <p:sp>
        <p:nvSpPr>
          <p:cNvPr id="90" name="Google Shape;90;p22"/>
          <p:cNvSpPr txBox="1"/>
          <p:nvPr>
            <p:ph type="title"/>
          </p:nvPr>
        </p:nvSpPr>
        <p:spPr>
          <a:xfrm>
            <a:off x="2600326" y="28204160"/>
            <a:ext cx="27980700" cy="8717100"/>
          </a:xfrm>
          <a:prstGeom prst="rect">
            <a:avLst/>
          </a:prstGeom>
          <a:noFill/>
          <a:ln>
            <a:noFill/>
          </a:ln>
        </p:spPr>
        <p:txBody>
          <a:bodyPr anchorCtr="0" anchor="t" bIns="219450" lIns="219450" spcFirstLastPara="1" rIns="219450" wrap="square" tIns="219450">
            <a:noAutofit/>
          </a:bodyPr>
          <a:lstStyle>
            <a:lvl1pPr lvl="0" algn="l">
              <a:lnSpc>
                <a:spcPct val="100000"/>
              </a:lnSpc>
              <a:spcBef>
                <a:spcPts val="0"/>
              </a:spcBef>
              <a:spcAft>
                <a:spcPts val="0"/>
              </a:spcAft>
              <a:buClr>
                <a:srgbClr val="000000"/>
              </a:buClr>
              <a:buSzPts val="19200"/>
              <a:buFont typeface="Calibri"/>
              <a:buNone/>
              <a:defRPr b="1" sz="19200" cap="none">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1" name="Google Shape;91;p22"/>
          <p:cNvSpPr txBox="1"/>
          <p:nvPr>
            <p:ph idx="1" type="body"/>
          </p:nvPr>
        </p:nvSpPr>
        <p:spPr>
          <a:xfrm>
            <a:off x="2600326" y="18602965"/>
            <a:ext cx="27980700" cy="9601200"/>
          </a:xfrm>
          <a:prstGeom prst="rect">
            <a:avLst/>
          </a:prstGeom>
          <a:noFill/>
          <a:ln>
            <a:noFill/>
          </a:ln>
        </p:spPr>
        <p:txBody>
          <a:bodyPr anchorCtr="0" anchor="b" bIns="219450" lIns="219450" spcFirstLastPara="1" rIns="219450" wrap="square" tIns="219450">
            <a:noAutofit/>
          </a:bodyPr>
          <a:lstStyle>
            <a:lvl1pPr indent="-228600" lvl="0" marL="457200" algn="l">
              <a:lnSpc>
                <a:spcPct val="100000"/>
              </a:lnSpc>
              <a:spcBef>
                <a:spcPts val="2300"/>
              </a:spcBef>
              <a:spcAft>
                <a:spcPts val="0"/>
              </a:spcAft>
              <a:buClr>
                <a:srgbClr val="888888"/>
              </a:buClr>
              <a:buSzPts val="9600"/>
              <a:buFont typeface="Calibri"/>
              <a:buNone/>
              <a:defRPr sz="9600">
                <a:solidFill>
                  <a:srgbClr val="888888"/>
                </a:solidFill>
              </a:defRPr>
            </a:lvl1pPr>
            <a:lvl2pPr indent="-228600" lvl="1" marL="914400" algn="l">
              <a:lnSpc>
                <a:spcPct val="100000"/>
              </a:lnSpc>
              <a:spcBef>
                <a:spcPts val="2300"/>
              </a:spcBef>
              <a:spcAft>
                <a:spcPts val="0"/>
              </a:spcAft>
              <a:buClr>
                <a:srgbClr val="888888"/>
              </a:buClr>
              <a:buSzPts val="9600"/>
              <a:buFont typeface="Calibri"/>
              <a:buNone/>
              <a:defRPr sz="9600">
                <a:solidFill>
                  <a:srgbClr val="888888"/>
                </a:solidFill>
              </a:defRPr>
            </a:lvl2pPr>
            <a:lvl3pPr indent="-228600" lvl="2" marL="1371600" algn="l">
              <a:lnSpc>
                <a:spcPct val="100000"/>
              </a:lnSpc>
              <a:spcBef>
                <a:spcPts val="2300"/>
              </a:spcBef>
              <a:spcAft>
                <a:spcPts val="0"/>
              </a:spcAft>
              <a:buClr>
                <a:srgbClr val="888888"/>
              </a:buClr>
              <a:buSzPts val="9600"/>
              <a:buFont typeface="Calibri"/>
              <a:buNone/>
              <a:defRPr sz="9600">
                <a:solidFill>
                  <a:srgbClr val="888888"/>
                </a:solidFill>
              </a:defRPr>
            </a:lvl3pPr>
            <a:lvl4pPr indent="-228600" lvl="3" marL="1828800" algn="l">
              <a:lnSpc>
                <a:spcPct val="100000"/>
              </a:lnSpc>
              <a:spcBef>
                <a:spcPts val="2300"/>
              </a:spcBef>
              <a:spcAft>
                <a:spcPts val="0"/>
              </a:spcAft>
              <a:buClr>
                <a:srgbClr val="888888"/>
              </a:buClr>
              <a:buSzPts val="9600"/>
              <a:buFont typeface="Calibri"/>
              <a:buNone/>
              <a:defRPr sz="9600">
                <a:solidFill>
                  <a:srgbClr val="888888"/>
                </a:solidFill>
              </a:defRPr>
            </a:lvl4pPr>
            <a:lvl5pPr indent="-228600" lvl="4" marL="2286000" algn="l">
              <a:lnSpc>
                <a:spcPct val="100000"/>
              </a:lnSpc>
              <a:spcBef>
                <a:spcPts val="2300"/>
              </a:spcBef>
              <a:spcAft>
                <a:spcPts val="0"/>
              </a:spcAft>
              <a:buClr>
                <a:srgbClr val="888888"/>
              </a:buClr>
              <a:buSzPts val="9600"/>
              <a:buFont typeface="Calibri"/>
              <a:buNone/>
              <a:defRPr sz="9600">
                <a:solidFill>
                  <a:srgbClr val="888888"/>
                </a:solidFill>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92" name="Google Shape;92;p22"/>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3">
    <p:bg>
      <p:bgPr>
        <a:solidFill>
          <a:srgbClr val="003062"/>
        </a:solidFill>
      </p:bgPr>
    </p:bg>
    <p:spTree>
      <p:nvGrpSpPr>
        <p:cNvPr id="93" name="Shape 93"/>
        <p:cNvGrpSpPr/>
        <p:nvPr/>
      </p:nvGrpSpPr>
      <p:grpSpPr>
        <a:xfrm>
          <a:off x="0" y="0"/>
          <a:ext cx="0" cy="0"/>
          <a:chOff x="0" y="0"/>
          <a:chExt cx="0" cy="0"/>
        </a:xfrm>
      </p:grpSpPr>
      <p:sp>
        <p:nvSpPr>
          <p:cNvPr id="94" name="Google Shape;94;p23"/>
          <p:cNvSpPr txBox="1"/>
          <p:nvPr>
            <p:ph type="title"/>
          </p:nvPr>
        </p:nvSpPr>
        <p:spPr>
          <a:xfrm>
            <a:off x="1645919" y="1757681"/>
            <a:ext cx="29626500" cy="73152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5" name="Google Shape;95;p23"/>
          <p:cNvSpPr txBox="1"/>
          <p:nvPr>
            <p:ph idx="1" type="body"/>
          </p:nvPr>
        </p:nvSpPr>
        <p:spPr>
          <a:xfrm>
            <a:off x="1645919" y="10241282"/>
            <a:ext cx="14538900" cy="28965900"/>
          </a:xfrm>
          <a:prstGeom prst="rect">
            <a:avLst/>
          </a:prstGeom>
          <a:noFill/>
          <a:ln>
            <a:noFill/>
          </a:ln>
        </p:spPr>
        <p:txBody>
          <a:bodyPr anchorCtr="0" anchor="t" bIns="219450" lIns="219450" spcFirstLastPara="1" rIns="219450" wrap="square" tIns="219450">
            <a:noAutofit/>
          </a:bodyPr>
          <a:lstStyle>
            <a:lvl1pPr indent="-342900" lvl="0" marL="457200" algn="l">
              <a:lnSpc>
                <a:spcPct val="100000"/>
              </a:lnSpc>
              <a:spcBef>
                <a:spcPts val="3200"/>
              </a:spcBef>
              <a:spcAft>
                <a:spcPts val="0"/>
              </a:spcAft>
              <a:buClr>
                <a:srgbClr val="000000"/>
              </a:buClr>
              <a:buSzPts val="1800"/>
              <a:buChar char="•"/>
              <a:defRPr/>
            </a:lvl1pPr>
            <a:lvl2pPr indent="-342900" lvl="1" marL="914400" algn="l">
              <a:lnSpc>
                <a:spcPct val="100000"/>
              </a:lnSpc>
              <a:spcBef>
                <a:spcPts val="3200"/>
              </a:spcBef>
              <a:spcAft>
                <a:spcPts val="0"/>
              </a:spcAft>
              <a:buClr>
                <a:srgbClr val="000000"/>
              </a:buClr>
              <a:buSzPts val="1800"/>
              <a:buChar char="–"/>
              <a:defRPr/>
            </a:lvl2pPr>
            <a:lvl3pPr indent="-342900" lvl="2" marL="1371600" algn="l">
              <a:lnSpc>
                <a:spcPct val="100000"/>
              </a:lnSpc>
              <a:spcBef>
                <a:spcPts val="3200"/>
              </a:spcBef>
              <a:spcAft>
                <a:spcPts val="0"/>
              </a:spcAft>
              <a:buClr>
                <a:srgbClr val="000000"/>
              </a:buClr>
              <a:buSzPts val="1800"/>
              <a:buChar char="•"/>
              <a:defRPr/>
            </a:lvl3pPr>
            <a:lvl4pPr indent="-342900" lvl="3" marL="1828800" algn="l">
              <a:lnSpc>
                <a:spcPct val="100000"/>
              </a:lnSpc>
              <a:spcBef>
                <a:spcPts val="3200"/>
              </a:spcBef>
              <a:spcAft>
                <a:spcPts val="0"/>
              </a:spcAft>
              <a:buClr>
                <a:srgbClr val="000000"/>
              </a:buClr>
              <a:buSzPts val="1800"/>
              <a:buChar char="–"/>
              <a:defRPr/>
            </a:lvl4pPr>
            <a:lvl5pPr indent="-342900" lvl="4" marL="2286000" algn="l">
              <a:lnSpc>
                <a:spcPct val="100000"/>
              </a:lnSpc>
              <a:spcBef>
                <a:spcPts val="32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96" name="Google Shape;96;p23"/>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3">
    <p:bg>
      <p:bgPr>
        <a:solidFill>
          <a:srgbClr val="003062"/>
        </a:solidFill>
      </p:bgPr>
    </p:bg>
    <p:spTree>
      <p:nvGrpSpPr>
        <p:cNvPr id="97" name="Shape 97"/>
        <p:cNvGrpSpPr/>
        <p:nvPr/>
      </p:nvGrpSpPr>
      <p:grpSpPr>
        <a:xfrm>
          <a:off x="0" y="0"/>
          <a:ext cx="0" cy="0"/>
          <a:chOff x="0" y="0"/>
          <a:chExt cx="0" cy="0"/>
        </a:xfrm>
      </p:grpSpPr>
      <p:sp>
        <p:nvSpPr>
          <p:cNvPr id="98" name="Google Shape;98;p24"/>
          <p:cNvSpPr txBox="1"/>
          <p:nvPr>
            <p:ph type="title"/>
          </p:nvPr>
        </p:nvSpPr>
        <p:spPr>
          <a:xfrm>
            <a:off x="1645919" y="1757681"/>
            <a:ext cx="29626500" cy="73152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9" name="Google Shape;99;p24"/>
          <p:cNvSpPr txBox="1"/>
          <p:nvPr>
            <p:ph idx="1" type="body"/>
          </p:nvPr>
        </p:nvSpPr>
        <p:spPr>
          <a:xfrm>
            <a:off x="1645919" y="9824721"/>
            <a:ext cx="14544600" cy="4094400"/>
          </a:xfrm>
          <a:prstGeom prst="rect">
            <a:avLst/>
          </a:prstGeom>
          <a:noFill/>
          <a:ln>
            <a:noFill/>
          </a:ln>
        </p:spPr>
        <p:txBody>
          <a:bodyPr anchorCtr="0" anchor="b" bIns="219450" lIns="219450" spcFirstLastPara="1" rIns="219450" wrap="square" tIns="219450">
            <a:noAutofit/>
          </a:bodyPr>
          <a:lstStyle>
            <a:lvl1pPr indent="-228600" lvl="0" marL="457200" algn="l">
              <a:lnSpc>
                <a:spcPct val="100000"/>
              </a:lnSpc>
              <a:spcBef>
                <a:spcPts val="2700"/>
              </a:spcBef>
              <a:spcAft>
                <a:spcPts val="0"/>
              </a:spcAft>
              <a:buClr>
                <a:srgbClr val="000000"/>
              </a:buClr>
              <a:buSzPts val="11500"/>
              <a:buFont typeface="Calibri"/>
              <a:buNone/>
              <a:defRPr b="1" sz="11500"/>
            </a:lvl1pPr>
            <a:lvl2pPr indent="-228600" lvl="1" marL="914400" algn="l">
              <a:lnSpc>
                <a:spcPct val="100000"/>
              </a:lnSpc>
              <a:spcBef>
                <a:spcPts val="2700"/>
              </a:spcBef>
              <a:spcAft>
                <a:spcPts val="0"/>
              </a:spcAft>
              <a:buClr>
                <a:srgbClr val="000000"/>
              </a:buClr>
              <a:buSzPts val="11500"/>
              <a:buFont typeface="Calibri"/>
              <a:buNone/>
              <a:defRPr b="1" sz="11500"/>
            </a:lvl2pPr>
            <a:lvl3pPr indent="-228600" lvl="2" marL="1371600" algn="l">
              <a:lnSpc>
                <a:spcPct val="100000"/>
              </a:lnSpc>
              <a:spcBef>
                <a:spcPts val="2700"/>
              </a:spcBef>
              <a:spcAft>
                <a:spcPts val="0"/>
              </a:spcAft>
              <a:buClr>
                <a:srgbClr val="000000"/>
              </a:buClr>
              <a:buSzPts val="11500"/>
              <a:buFont typeface="Calibri"/>
              <a:buNone/>
              <a:defRPr b="1" sz="11500"/>
            </a:lvl3pPr>
            <a:lvl4pPr indent="-228600" lvl="3" marL="1828800" algn="l">
              <a:lnSpc>
                <a:spcPct val="100000"/>
              </a:lnSpc>
              <a:spcBef>
                <a:spcPts val="2700"/>
              </a:spcBef>
              <a:spcAft>
                <a:spcPts val="0"/>
              </a:spcAft>
              <a:buClr>
                <a:srgbClr val="000000"/>
              </a:buClr>
              <a:buSzPts val="11500"/>
              <a:buFont typeface="Calibri"/>
              <a:buNone/>
              <a:defRPr b="1" sz="11500"/>
            </a:lvl4pPr>
            <a:lvl5pPr indent="-228600" lvl="4" marL="2286000" algn="l">
              <a:lnSpc>
                <a:spcPct val="100000"/>
              </a:lnSpc>
              <a:spcBef>
                <a:spcPts val="2700"/>
              </a:spcBef>
              <a:spcAft>
                <a:spcPts val="0"/>
              </a:spcAft>
              <a:buClr>
                <a:srgbClr val="000000"/>
              </a:buClr>
              <a:buSzPts val="11500"/>
              <a:buFont typeface="Calibri"/>
              <a:buNone/>
              <a:defRPr b="1"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00" name="Google Shape;100;p24"/>
          <p:cNvSpPr txBox="1"/>
          <p:nvPr>
            <p:ph idx="2" type="body"/>
          </p:nvPr>
        </p:nvSpPr>
        <p:spPr>
          <a:xfrm>
            <a:off x="16722092" y="9824721"/>
            <a:ext cx="14550600" cy="4094400"/>
          </a:xfrm>
          <a:prstGeom prst="rect">
            <a:avLst/>
          </a:prstGeom>
          <a:noFill/>
          <a:ln>
            <a:noFill/>
          </a:ln>
        </p:spPr>
        <p:txBody>
          <a:bodyPr anchorCtr="0" anchor="b" bIns="219450" lIns="219450" spcFirstLastPara="1" rIns="219450" wrap="square" tIns="21945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01" name="Google Shape;101;p24"/>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3">
    <p:bg>
      <p:bgPr>
        <a:solidFill>
          <a:srgbClr val="003062"/>
        </a:solidFill>
      </p:bgPr>
    </p:bg>
    <p:spTree>
      <p:nvGrpSpPr>
        <p:cNvPr id="102" name="Shape 102"/>
        <p:cNvGrpSpPr/>
        <p:nvPr/>
      </p:nvGrpSpPr>
      <p:grpSpPr>
        <a:xfrm>
          <a:off x="0" y="0"/>
          <a:ext cx="0" cy="0"/>
          <a:chOff x="0" y="0"/>
          <a:chExt cx="0" cy="0"/>
        </a:xfrm>
      </p:grpSpPr>
      <p:sp>
        <p:nvSpPr>
          <p:cNvPr id="103" name="Google Shape;103;p25"/>
          <p:cNvSpPr txBox="1"/>
          <p:nvPr>
            <p:ph type="title"/>
          </p:nvPr>
        </p:nvSpPr>
        <p:spPr>
          <a:xfrm>
            <a:off x="1645919" y="1757681"/>
            <a:ext cx="29626500" cy="73152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04" name="Google Shape;104;p25"/>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3">
    <p:bg>
      <p:bgPr>
        <a:solidFill>
          <a:srgbClr val="003062"/>
        </a:solidFill>
      </p:bgPr>
    </p:bg>
    <p:spTree>
      <p:nvGrpSpPr>
        <p:cNvPr id="105" name="Shape 105"/>
        <p:cNvGrpSpPr/>
        <p:nvPr/>
      </p:nvGrpSpPr>
      <p:grpSpPr>
        <a:xfrm>
          <a:off x="0" y="0"/>
          <a:ext cx="0" cy="0"/>
          <a:chOff x="0" y="0"/>
          <a:chExt cx="0" cy="0"/>
        </a:xfrm>
      </p:grpSpPr>
      <p:sp>
        <p:nvSpPr>
          <p:cNvPr id="106" name="Google Shape;106;p26"/>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3">
    <p:bg>
      <p:bgPr>
        <a:solidFill>
          <a:srgbClr val="003062"/>
        </a:solidFill>
      </p:bgPr>
    </p:bg>
    <p:spTree>
      <p:nvGrpSpPr>
        <p:cNvPr id="107" name="Shape 107"/>
        <p:cNvGrpSpPr/>
        <p:nvPr/>
      </p:nvGrpSpPr>
      <p:grpSpPr>
        <a:xfrm>
          <a:off x="0" y="0"/>
          <a:ext cx="0" cy="0"/>
          <a:chOff x="0" y="0"/>
          <a:chExt cx="0" cy="0"/>
        </a:xfrm>
      </p:grpSpPr>
      <p:sp>
        <p:nvSpPr>
          <p:cNvPr id="108" name="Google Shape;108;p27"/>
          <p:cNvSpPr txBox="1"/>
          <p:nvPr>
            <p:ph type="title"/>
          </p:nvPr>
        </p:nvSpPr>
        <p:spPr>
          <a:xfrm>
            <a:off x="1645922" y="1747519"/>
            <a:ext cx="10830000" cy="7437300"/>
          </a:xfrm>
          <a:prstGeom prst="rect">
            <a:avLst/>
          </a:prstGeom>
          <a:noFill/>
          <a:ln>
            <a:noFill/>
          </a:ln>
        </p:spPr>
        <p:txBody>
          <a:bodyPr anchorCtr="0" anchor="b" bIns="219450" lIns="219450" spcFirstLastPara="1" rIns="219450" wrap="square" tIns="219450">
            <a:noAutofit/>
          </a:bodyPr>
          <a:lstStyle>
            <a:lvl1pPr lvl="0" algn="l">
              <a:lnSpc>
                <a:spcPct val="100000"/>
              </a:lnSpc>
              <a:spcBef>
                <a:spcPts val="0"/>
              </a:spcBef>
              <a:spcAft>
                <a:spcPts val="0"/>
              </a:spcAft>
              <a:buClr>
                <a:srgbClr val="000000"/>
              </a:buClr>
              <a:buSzPts val="9600"/>
              <a:buFont typeface="Calibri"/>
              <a:buNone/>
              <a:defRPr b="1" sz="9600">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09" name="Google Shape;109;p27"/>
          <p:cNvSpPr txBox="1"/>
          <p:nvPr>
            <p:ph idx="1" type="body"/>
          </p:nvPr>
        </p:nvSpPr>
        <p:spPr>
          <a:xfrm>
            <a:off x="12870179" y="1747523"/>
            <a:ext cx="18402300" cy="37460100"/>
          </a:xfrm>
          <a:prstGeom prst="rect">
            <a:avLst/>
          </a:prstGeom>
          <a:noFill/>
          <a:ln>
            <a:noFill/>
          </a:ln>
        </p:spPr>
        <p:txBody>
          <a:bodyPr anchorCtr="0" anchor="t" bIns="219450" lIns="219450" spcFirstLastPara="1" rIns="219450" wrap="square" tIns="219450">
            <a:noAutofit/>
          </a:bodyPr>
          <a:lstStyle>
            <a:lvl1pPr indent="-1206500" lvl="0" marL="457200" algn="l">
              <a:lnSpc>
                <a:spcPct val="100000"/>
              </a:lnSpc>
              <a:spcBef>
                <a:spcPts val="3600"/>
              </a:spcBef>
              <a:spcAft>
                <a:spcPts val="0"/>
              </a:spcAft>
              <a:buClr>
                <a:srgbClr val="000000"/>
              </a:buClr>
              <a:buSzPts val="15400"/>
              <a:buChar char="•"/>
              <a:defRPr sz="15400"/>
            </a:lvl1pPr>
            <a:lvl2pPr indent="-1206500" lvl="1" marL="914400" algn="l">
              <a:lnSpc>
                <a:spcPct val="100000"/>
              </a:lnSpc>
              <a:spcBef>
                <a:spcPts val="3600"/>
              </a:spcBef>
              <a:spcAft>
                <a:spcPts val="0"/>
              </a:spcAft>
              <a:buClr>
                <a:srgbClr val="000000"/>
              </a:buClr>
              <a:buSzPts val="15400"/>
              <a:buChar char="–"/>
              <a:defRPr sz="15400"/>
            </a:lvl2pPr>
            <a:lvl3pPr indent="-1206500" lvl="2" marL="1371600" algn="l">
              <a:lnSpc>
                <a:spcPct val="100000"/>
              </a:lnSpc>
              <a:spcBef>
                <a:spcPts val="3600"/>
              </a:spcBef>
              <a:spcAft>
                <a:spcPts val="0"/>
              </a:spcAft>
              <a:buClr>
                <a:srgbClr val="000000"/>
              </a:buClr>
              <a:buSzPts val="15400"/>
              <a:buChar char="•"/>
              <a:defRPr sz="15400"/>
            </a:lvl3pPr>
            <a:lvl4pPr indent="-1206500" lvl="3" marL="1828800" algn="l">
              <a:lnSpc>
                <a:spcPct val="100000"/>
              </a:lnSpc>
              <a:spcBef>
                <a:spcPts val="3600"/>
              </a:spcBef>
              <a:spcAft>
                <a:spcPts val="0"/>
              </a:spcAft>
              <a:buClr>
                <a:srgbClr val="000000"/>
              </a:buClr>
              <a:buSzPts val="15400"/>
              <a:buChar char="–"/>
              <a:defRPr sz="15400"/>
            </a:lvl4pPr>
            <a:lvl5pPr indent="-1206500" lvl="4" marL="2286000" algn="l">
              <a:lnSpc>
                <a:spcPct val="100000"/>
              </a:lnSpc>
              <a:spcBef>
                <a:spcPts val="3600"/>
              </a:spcBef>
              <a:spcAft>
                <a:spcPts val="0"/>
              </a:spcAft>
              <a:buClr>
                <a:srgbClr val="000000"/>
              </a:buClr>
              <a:buSzPts val="15400"/>
              <a:buChar char="»"/>
              <a:defRPr sz="154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10" name="Google Shape;110;p27"/>
          <p:cNvSpPr txBox="1"/>
          <p:nvPr>
            <p:ph idx="2" type="body"/>
          </p:nvPr>
        </p:nvSpPr>
        <p:spPr>
          <a:xfrm>
            <a:off x="1645922" y="9184642"/>
            <a:ext cx="10830000" cy="30022800"/>
          </a:xfrm>
          <a:prstGeom prst="rect">
            <a:avLst/>
          </a:prstGeom>
          <a:noFill/>
          <a:ln>
            <a:noFill/>
          </a:ln>
        </p:spPr>
        <p:txBody>
          <a:bodyPr anchorCtr="0" anchor="t" bIns="219450" lIns="219450" spcFirstLastPara="1" rIns="219450" wrap="square" tIns="21945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11" name="Google Shape;111;p27"/>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3">
    <p:bg>
      <p:bgPr>
        <a:solidFill>
          <a:srgbClr val="003062"/>
        </a:solidFill>
      </p:bgPr>
    </p:bg>
    <p:spTree>
      <p:nvGrpSpPr>
        <p:cNvPr id="112" name="Shape 112"/>
        <p:cNvGrpSpPr/>
        <p:nvPr/>
      </p:nvGrpSpPr>
      <p:grpSpPr>
        <a:xfrm>
          <a:off x="0" y="0"/>
          <a:ext cx="0" cy="0"/>
          <a:chOff x="0" y="0"/>
          <a:chExt cx="0" cy="0"/>
        </a:xfrm>
      </p:grpSpPr>
      <p:sp>
        <p:nvSpPr>
          <p:cNvPr id="113" name="Google Shape;113;p28"/>
          <p:cNvSpPr txBox="1"/>
          <p:nvPr>
            <p:ph type="title"/>
          </p:nvPr>
        </p:nvSpPr>
        <p:spPr>
          <a:xfrm>
            <a:off x="6452236" y="30723840"/>
            <a:ext cx="19751100" cy="3627300"/>
          </a:xfrm>
          <a:prstGeom prst="rect">
            <a:avLst/>
          </a:prstGeom>
          <a:noFill/>
          <a:ln>
            <a:noFill/>
          </a:ln>
        </p:spPr>
        <p:txBody>
          <a:bodyPr anchorCtr="0" anchor="b" bIns="219450" lIns="219450" spcFirstLastPara="1" rIns="219450" wrap="square" tIns="219450">
            <a:noAutofit/>
          </a:bodyPr>
          <a:lstStyle>
            <a:lvl1pPr lvl="0" algn="l">
              <a:lnSpc>
                <a:spcPct val="100000"/>
              </a:lnSpc>
              <a:spcBef>
                <a:spcPts val="0"/>
              </a:spcBef>
              <a:spcAft>
                <a:spcPts val="0"/>
              </a:spcAft>
              <a:buClr>
                <a:srgbClr val="000000"/>
              </a:buClr>
              <a:buSzPts val="9600"/>
              <a:buFont typeface="Calibri"/>
              <a:buNone/>
              <a:defRPr b="1" sz="9600">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4" name="Google Shape;114;p28"/>
          <p:cNvSpPr/>
          <p:nvPr>
            <p:ph idx="2" type="pic"/>
          </p:nvPr>
        </p:nvSpPr>
        <p:spPr>
          <a:xfrm>
            <a:off x="6452236" y="3921760"/>
            <a:ext cx="19751100" cy="26334900"/>
          </a:xfrm>
          <a:prstGeom prst="rect">
            <a:avLst/>
          </a:prstGeom>
          <a:noFill/>
          <a:ln>
            <a:noFill/>
          </a:ln>
        </p:spPr>
      </p:sp>
      <p:sp>
        <p:nvSpPr>
          <p:cNvPr id="115" name="Google Shape;115;p28"/>
          <p:cNvSpPr txBox="1"/>
          <p:nvPr>
            <p:ph idx="1" type="body"/>
          </p:nvPr>
        </p:nvSpPr>
        <p:spPr>
          <a:xfrm>
            <a:off x="6452236" y="34350960"/>
            <a:ext cx="19751100" cy="5151300"/>
          </a:xfrm>
          <a:prstGeom prst="rect">
            <a:avLst/>
          </a:prstGeom>
          <a:noFill/>
          <a:ln>
            <a:noFill/>
          </a:ln>
        </p:spPr>
        <p:txBody>
          <a:bodyPr anchorCtr="0" anchor="t" bIns="219450" lIns="219450" spcFirstLastPara="1" rIns="219450" wrap="square" tIns="219450">
            <a:noAutofit/>
          </a:bodyPr>
          <a:lstStyle>
            <a:lvl1pPr indent="-228600" lvl="0" marL="457200" algn="l">
              <a:lnSpc>
                <a:spcPct val="100000"/>
              </a:lnSpc>
              <a:spcBef>
                <a:spcPts val="1600"/>
              </a:spcBef>
              <a:spcAft>
                <a:spcPts val="0"/>
              </a:spcAft>
              <a:buClr>
                <a:srgbClr val="000000"/>
              </a:buClr>
              <a:buSzPts val="6700"/>
              <a:buFont typeface="Calibri"/>
              <a:buNone/>
              <a:defRPr sz="6700"/>
            </a:lvl1pPr>
            <a:lvl2pPr indent="-228600" lvl="1" marL="914400" algn="l">
              <a:lnSpc>
                <a:spcPct val="100000"/>
              </a:lnSpc>
              <a:spcBef>
                <a:spcPts val="1600"/>
              </a:spcBef>
              <a:spcAft>
                <a:spcPts val="0"/>
              </a:spcAft>
              <a:buClr>
                <a:srgbClr val="000000"/>
              </a:buClr>
              <a:buSzPts val="6700"/>
              <a:buFont typeface="Calibri"/>
              <a:buNone/>
              <a:defRPr sz="6700"/>
            </a:lvl2pPr>
            <a:lvl3pPr indent="-228600" lvl="2" marL="1371600" algn="l">
              <a:lnSpc>
                <a:spcPct val="100000"/>
              </a:lnSpc>
              <a:spcBef>
                <a:spcPts val="1600"/>
              </a:spcBef>
              <a:spcAft>
                <a:spcPts val="0"/>
              </a:spcAft>
              <a:buClr>
                <a:srgbClr val="000000"/>
              </a:buClr>
              <a:buSzPts val="6700"/>
              <a:buFont typeface="Calibri"/>
              <a:buNone/>
              <a:defRPr sz="6700"/>
            </a:lvl3pPr>
            <a:lvl4pPr indent="-228600" lvl="3" marL="1828800" algn="l">
              <a:lnSpc>
                <a:spcPct val="100000"/>
              </a:lnSpc>
              <a:spcBef>
                <a:spcPts val="1600"/>
              </a:spcBef>
              <a:spcAft>
                <a:spcPts val="0"/>
              </a:spcAft>
              <a:buClr>
                <a:srgbClr val="000000"/>
              </a:buClr>
              <a:buSzPts val="6700"/>
              <a:buFont typeface="Calibri"/>
              <a:buNone/>
              <a:defRPr sz="6700"/>
            </a:lvl4pPr>
            <a:lvl5pPr indent="-228600" lvl="4" marL="2286000" algn="l">
              <a:lnSpc>
                <a:spcPct val="100000"/>
              </a:lnSpc>
              <a:spcBef>
                <a:spcPts val="1600"/>
              </a:spcBef>
              <a:spcAft>
                <a:spcPts val="0"/>
              </a:spcAft>
              <a:buClr>
                <a:srgbClr val="000000"/>
              </a:buClr>
              <a:buSzPts val="6700"/>
              <a:buFont typeface="Calibri"/>
              <a:buNone/>
              <a:defRPr sz="67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16" name="Google Shape;116;p28"/>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117" name="Shape 117"/>
        <p:cNvGrpSpPr/>
        <p:nvPr/>
      </p:nvGrpSpPr>
      <p:grpSpPr>
        <a:xfrm>
          <a:off x="0" y="0"/>
          <a:ext cx="0" cy="0"/>
          <a:chOff x="0" y="0"/>
          <a:chExt cx="0" cy="0"/>
        </a:xfrm>
      </p:grpSpPr>
      <p:sp>
        <p:nvSpPr>
          <p:cNvPr id="118" name="Google Shape;118;p29"/>
          <p:cNvSpPr txBox="1"/>
          <p:nvPr>
            <p:ph type="title"/>
          </p:nvPr>
        </p:nvSpPr>
        <p:spPr>
          <a:xfrm>
            <a:off x="2263140" y="2336809"/>
            <a:ext cx="28392300" cy="8483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90000"/>
              </a:lnSpc>
              <a:spcBef>
                <a:spcPts val="0"/>
              </a:spcBef>
              <a:spcAft>
                <a:spcPts val="0"/>
              </a:spcAft>
              <a:buSzPts val="21100"/>
              <a:buNone/>
              <a:defRPr/>
            </a:lvl2pPr>
            <a:lvl3pPr lvl="2" algn="l">
              <a:lnSpc>
                <a:spcPct val="90000"/>
              </a:lnSpc>
              <a:spcBef>
                <a:spcPts val="0"/>
              </a:spcBef>
              <a:spcAft>
                <a:spcPts val="0"/>
              </a:spcAft>
              <a:buSzPts val="21100"/>
              <a:buNone/>
              <a:defRPr/>
            </a:lvl3pPr>
            <a:lvl4pPr lvl="3" algn="l">
              <a:lnSpc>
                <a:spcPct val="90000"/>
              </a:lnSpc>
              <a:spcBef>
                <a:spcPts val="0"/>
              </a:spcBef>
              <a:spcAft>
                <a:spcPts val="0"/>
              </a:spcAft>
              <a:buSzPts val="21100"/>
              <a:buNone/>
              <a:defRPr/>
            </a:lvl4pPr>
            <a:lvl5pPr lvl="4" algn="l">
              <a:lnSpc>
                <a:spcPct val="90000"/>
              </a:lnSpc>
              <a:spcBef>
                <a:spcPts val="0"/>
              </a:spcBef>
              <a:spcAft>
                <a:spcPts val="0"/>
              </a:spcAft>
              <a:buSzPts val="21100"/>
              <a:buNone/>
              <a:defRPr/>
            </a:lvl5pPr>
            <a:lvl6pPr lvl="5" algn="l">
              <a:lnSpc>
                <a:spcPct val="90000"/>
              </a:lnSpc>
              <a:spcBef>
                <a:spcPts val="0"/>
              </a:spcBef>
              <a:spcAft>
                <a:spcPts val="0"/>
              </a:spcAft>
              <a:buSzPts val="21100"/>
              <a:buNone/>
              <a:defRPr/>
            </a:lvl6pPr>
            <a:lvl7pPr lvl="6" algn="l">
              <a:lnSpc>
                <a:spcPct val="90000"/>
              </a:lnSpc>
              <a:spcBef>
                <a:spcPts val="0"/>
              </a:spcBef>
              <a:spcAft>
                <a:spcPts val="0"/>
              </a:spcAft>
              <a:buSzPts val="21100"/>
              <a:buNone/>
              <a:defRPr/>
            </a:lvl7pPr>
            <a:lvl8pPr lvl="7" algn="l">
              <a:lnSpc>
                <a:spcPct val="90000"/>
              </a:lnSpc>
              <a:spcBef>
                <a:spcPts val="0"/>
              </a:spcBef>
              <a:spcAft>
                <a:spcPts val="0"/>
              </a:spcAft>
              <a:buSzPts val="21100"/>
              <a:buNone/>
              <a:defRPr/>
            </a:lvl8pPr>
            <a:lvl9pPr lvl="8" algn="l">
              <a:lnSpc>
                <a:spcPct val="90000"/>
              </a:lnSpc>
              <a:spcBef>
                <a:spcPts val="0"/>
              </a:spcBef>
              <a:spcAft>
                <a:spcPts val="0"/>
              </a:spcAft>
              <a:buSzPts val="21100"/>
              <a:buNone/>
              <a:defRPr/>
            </a:lvl9pPr>
          </a:lstStyle>
          <a:p/>
        </p:txBody>
      </p:sp>
      <p:sp>
        <p:nvSpPr>
          <p:cNvPr id="119" name="Google Shape;119;p29"/>
          <p:cNvSpPr txBox="1"/>
          <p:nvPr>
            <p:ph idx="1" type="body"/>
          </p:nvPr>
        </p:nvSpPr>
        <p:spPr>
          <a:xfrm>
            <a:off x="2263140" y="11684000"/>
            <a:ext cx="28392300" cy="278484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120" name="Google Shape;120;p29"/>
          <p:cNvSpPr txBox="1"/>
          <p:nvPr>
            <p:ph idx="10" type="dt"/>
          </p:nvPr>
        </p:nvSpPr>
        <p:spPr>
          <a:xfrm>
            <a:off x="2263140" y="40680650"/>
            <a:ext cx="7406700" cy="23370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1" name="Google Shape;121;p29"/>
          <p:cNvSpPr txBox="1"/>
          <p:nvPr>
            <p:ph idx="11" type="ftr"/>
          </p:nvPr>
        </p:nvSpPr>
        <p:spPr>
          <a:xfrm>
            <a:off x="10904220" y="40680650"/>
            <a:ext cx="11109900" cy="2337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2" name="Google Shape;122;p29"/>
          <p:cNvSpPr txBox="1"/>
          <p:nvPr>
            <p:ph idx="12" type="sldNum"/>
          </p:nvPr>
        </p:nvSpPr>
        <p:spPr>
          <a:xfrm>
            <a:off x="23248621" y="40680650"/>
            <a:ext cx="7406700" cy="23370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9pPr>
          </a:lstStyle>
          <a:p/>
        </p:txBody>
      </p:sp>
      <p:sp>
        <p:nvSpPr>
          <p:cNvPr id="7" name="Google Shape;7;p1"/>
          <p:cNvSpPr txBox="1"/>
          <p:nvPr>
            <p:ph idx="1" type="body"/>
          </p:nvPr>
        </p:nvSpPr>
        <p:spPr>
          <a:xfrm>
            <a:off x="2263139" y="11684000"/>
            <a:ext cx="28392300" cy="27848400"/>
          </a:xfrm>
          <a:prstGeom prst="rect">
            <a:avLst/>
          </a:prstGeom>
          <a:noFill/>
          <a:ln>
            <a:noFill/>
          </a:ln>
        </p:spPr>
        <p:txBody>
          <a:bodyPr anchorCtr="0" anchor="t" bIns="45700" lIns="45700" spcFirstLastPara="1" rIns="45700" wrap="square" tIns="45700">
            <a:noAutofit/>
          </a:bodyPr>
          <a:lstStyle>
            <a:lvl1pPr indent="-1079500" lvl="0" marL="4572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1pPr>
            <a:lvl2pPr indent="-1079500" lvl="1" marL="9144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2pPr>
            <a:lvl3pPr indent="-1079500" lvl="2" marL="13716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3pPr>
            <a:lvl4pPr indent="-1079500" lvl="3" marL="18288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4pPr>
            <a:lvl5pPr indent="-1079500" lvl="4" marL="22860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5pPr>
            <a:lvl6pPr indent="-1079500" lvl="5" marL="27432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6pPr>
            <a:lvl7pPr indent="-1079500" lvl="6" marL="32004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7pPr>
            <a:lvl8pPr indent="-1079500" lvl="7" marL="36576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8pPr>
            <a:lvl9pPr indent="-1079500" lvl="8" marL="41148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9pPr>
          </a:lstStyle>
          <a:p/>
        </p:txBody>
      </p:sp>
      <p:sp>
        <p:nvSpPr>
          <p:cNvPr id="8" name="Google Shape;8;p1"/>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jpg"/><Relationship Id="rId5" Type="http://schemas.openxmlformats.org/officeDocument/2006/relationships/image" Target="../media/image1.jpg"/><Relationship Id="rId6"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69A">
            <a:alpha val="81960"/>
          </a:srgbClr>
        </a:solidFill>
      </p:bgPr>
    </p:bg>
    <p:spTree>
      <p:nvGrpSpPr>
        <p:cNvPr id="126" name="Shape 126"/>
        <p:cNvGrpSpPr/>
        <p:nvPr/>
      </p:nvGrpSpPr>
      <p:grpSpPr>
        <a:xfrm>
          <a:off x="0" y="0"/>
          <a:ext cx="0" cy="0"/>
          <a:chOff x="0" y="0"/>
          <a:chExt cx="0" cy="0"/>
        </a:xfrm>
      </p:grpSpPr>
      <p:sp>
        <p:nvSpPr>
          <p:cNvPr id="127" name="Google Shape;127;p30"/>
          <p:cNvSpPr txBox="1"/>
          <p:nvPr>
            <p:ph idx="4294967295" type="ctrTitle"/>
          </p:nvPr>
        </p:nvSpPr>
        <p:spPr>
          <a:xfrm>
            <a:off x="914400" y="1618488"/>
            <a:ext cx="22466700" cy="4224600"/>
          </a:xfrm>
          <a:prstGeom prst="rect">
            <a:avLst/>
          </a:prstGeom>
          <a:solidFill>
            <a:srgbClr val="0B145F">
              <a:alpha val="75294"/>
            </a:srgbClr>
          </a:solidFill>
          <a:ln>
            <a:noFill/>
          </a:ln>
        </p:spPr>
        <p:txBody>
          <a:bodyPr anchorCtr="0" anchor="t" bIns="45700" lIns="45700" spcFirstLastPara="1" rIns="45700" wrap="square" tIns="45700">
            <a:normAutofit fontScale="90000"/>
          </a:bodyPr>
          <a:lstStyle/>
          <a:p>
            <a:pPr indent="0" lvl="0" marL="0" marR="0" rtl="0" algn="l">
              <a:lnSpc>
                <a:spcPct val="100000"/>
              </a:lnSpc>
              <a:spcBef>
                <a:spcPts val="0"/>
              </a:spcBef>
              <a:spcAft>
                <a:spcPts val="0"/>
              </a:spcAft>
              <a:buClr>
                <a:schemeClr val="dk1"/>
              </a:buClr>
              <a:buSzPts val="990"/>
              <a:buFont typeface="Arial"/>
              <a:buNone/>
            </a:pPr>
            <a:r>
              <a:rPr b="1" i="0" lang="en-US" sz="12000" u="none" cap="none" strike="noStrike">
                <a:solidFill>
                  <a:schemeClr val="lt1"/>
                </a:solidFill>
                <a:latin typeface="Roboto"/>
                <a:ea typeface="Roboto"/>
                <a:cs typeface="Roboto"/>
                <a:sym typeface="Roboto"/>
              </a:rPr>
              <a:t>Impact of </a:t>
            </a:r>
            <a:r>
              <a:rPr b="1" lang="en-US" sz="12000">
                <a:solidFill>
                  <a:schemeClr val="lt1"/>
                </a:solidFill>
                <a:latin typeface="Roboto"/>
                <a:ea typeface="Roboto"/>
                <a:cs typeface="Roboto"/>
                <a:sym typeface="Roboto"/>
              </a:rPr>
              <a:t>M</a:t>
            </a:r>
            <a:r>
              <a:rPr b="1" i="0" lang="en-US" sz="12000" u="none" cap="none" strike="noStrike">
                <a:solidFill>
                  <a:schemeClr val="lt1"/>
                </a:solidFill>
                <a:latin typeface="Roboto"/>
                <a:ea typeface="Roboto"/>
                <a:cs typeface="Roboto"/>
                <a:sym typeface="Roboto"/>
              </a:rPr>
              <a:t>achine </a:t>
            </a:r>
            <a:r>
              <a:rPr b="1" lang="en-US" sz="12000">
                <a:solidFill>
                  <a:schemeClr val="lt1"/>
                </a:solidFill>
                <a:latin typeface="Roboto"/>
                <a:ea typeface="Roboto"/>
                <a:cs typeface="Roboto"/>
                <a:sym typeface="Roboto"/>
              </a:rPr>
              <a:t>L</a:t>
            </a:r>
            <a:r>
              <a:rPr b="1" i="0" lang="en-US" sz="12000" u="none" cap="none" strike="noStrike">
                <a:solidFill>
                  <a:schemeClr val="lt1"/>
                </a:solidFill>
                <a:latin typeface="Roboto"/>
                <a:ea typeface="Roboto"/>
                <a:cs typeface="Roboto"/>
                <a:sym typeface="Roboto"/>
              </a:rPr>
              <a:t>earning in Healthcare</a:t>
            </a:r>
            <a:endParaRPr b="1" i="0" sz="120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990"/>
              <a:buFont typeface="Arial"/>
              <a:buNone/>
            </a:pPr>
            <a:r>
              <a:t/>
            </a:r>
            <a:endParaRPr i="0" sz="12000" u="none" cap="none" strike="noStrike">
              <a:solidFill>
                <a:srgbClr val="2C365E"/>
              </a:solidFill>
              <a:latin typeface="Roboto"/>
              <a:ea typeface="Roboto"/>
              <a:cs typeface="Roboto"/>
              <a:sym typeface="Roboto"/>
            </a:endParaRPr>
          </a:p>
          <a:p>
            <a:pPr indent="0" lvl="0" marL="0" marR="0" rtl="0" algn="l">
              <a:lnSpc>
                <a:spcPct val="100000"/>
              </a:lnSpc>
              <a:spcBef>
                <a:spcPts val="0"/>
              </a:spcBef>
              <a:spcAft>
                <a:spcPts val="0"/>
              </a:spcAft>
              <a:buClr>
                <a:srgbClr val="2C365E"/>
              </a:buClr>
              <a:buSzPct val="100333"/>
              <a:buFont typeface="Arial"/>
              <a:buNone/>
            </a:pPr>
            <a:r>
              <a:t/>
            </a:r>
            <a:endParaRPr i="0" sz="12000" u="none" cap="none" strike="noStrike">
              <a:solidFill>
                <a:srgbClr val="2C365E"/>
              </a:solidFill>
              <a:latin typeface="Roboto"/>
              <a:ea typeface="Roboto"/>
              <a:cs typeface="Roboto"/>
              <a:sym typeface="Roboto"/>
            </a:endParaRPr>
          </a:p>
        </p:txBody>
      </p:sp>
      <p:cxnSp>
        <p:nvCxnSpPr>
          <p:cNvPr id="128" name="Google Shape;128;p30"/>
          <p:cNvCxnSpPr/>
          <p:nvPr/>
        </p:nvCxnSpPr>
        <p:spPr>
          <a:xfrm flipH="1" rot="10800000">
            <a:off x="1299859" y="5843016"/>
            <a:ext cx="19536300" cy="102000"/>
          </a:xfrm>
          <a:prstGeom prst="straightConnector1">
            <a:avLst/>
          </a:prstGeom>
          <a:noFill/>
          <a:ln cap="flat" cmpd="sng" w="25400">
            <a:solidFill>
              <a:srgbClr val="2C365E"/>
            </a:solidFill>
            <a:prstDash val="solid"/>
            <a:miter lim="400000"/>
            <a:headEnd len="sm" w="sm" type="none"/>
            <a:tailEnd len="sm" w="sm" type="none"/>
          </a:ln>
        </p:spPr>
      </p:cxnSp>
      <p:sp>
        <p:nvSpPr>
          <p:cNvPr id="129" name="Google Shape;129;p30"/>
          <p:cNvSpPr/>
          <p:nvPr/>
        </p:nvSpPr>
        <p:spPr>
          <a:xfrm>
            <a:off x="-450" y="-78919"/>
            <a:ext cx="32918400" cy="840900"/>
          </a:xfrm>
          <a:prstGeom prst="rect">
            <a:avLst/>
          </a:prstGeom>
          <a:solidFill>
            <a:srgbClr val="0B145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0" name="Google Shape;130;p30"/>
          <p:cNvSpPr/>
          <p:nvPr/>
        </p:nvSpPr>
        <p:spPr>
          <a:xfrm>
            <a:off x="-500" y="43555225"/>
            <a:ext cx="32918400" cy="415200"/>
          </a:xfrm>
          <a:prstGeom prst="rect">
            <a:avLst/>
          </a:prstGeom>
          <a:solidFill>
            <a:srgbClr val="0B145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 name="Google Shape;131;p30"/>
          <p:cNvSpPr/>
          <p:nvPr/>
        </p:nvSpPr>
        <p:spPr>
          <a:xfrm>
            <a:off x="-500" y="7781300"/>
            <a:ext cx="32728500" cy="840900"/>
          </a:xfrm>
          <a:prstGeom prst="rect">
            <a:avLst/>
          </a:prstGeom>
          <a:solidFill>
            <a:srgbClr val="0B145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2" name="Google Shape;132;p30"/>
          <p:cNvSpPr/>
          <p:nvPr/>
        </p:nvSpPr>
        <p:spPr>
          <a:xfrm rot="-5400000">
            <a:off x="-21830550" y="21724163"/>
            <a:ext cx="43980000" cy="421500"/>
          </a:xfrm>
          <a:prstGeom prst="rect">
            <a:avLst/>
          </a:prstGeom>
          <a:solidFill>
            <a:srgbClr val="0B145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 name="Google Shape;133;p30"/>
          <p:cNvSpPr/>
          <p:nvPr/>
        </p:nvSpPr>
        <p:spPr>
          <a:xfrm rot="-5400000">
            <a:off x="10752100" y="21724163"/>
            <a:ext cx="43980000" cy="421500"/>
          </a:xfrm>
          <a:prstGeom prst="rect">
            <a:avLst/>
          </a:prstGeom>
          <a:solidFill>
            <a:srgbClr val="0B145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4" name="Google Shape;134;p30"/>
          <p:cNvSpPr/>
          <p:nvPr/>
        </p:nvSpPr>
        <p:spPr>
          <a:xfrm rot="-5400000">
            <a:off x="770650" y="25884188"/>
            <a:ext cx="35664000" cy="421500"/>
          </a:xfrm>
          <a:prstGeom prst="rect">
            <a:avLst/>
          </a:prstGeom>
          <a:solidFill>
            <a:srgbClr val="0B145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5" name="Google Shape;135;p30"/>
          <p:cNvSpPr txBox="1"/>
          <p:nvPr/>
        </p:nvSpPr>
        <p:spPr>
          <a:xfrm>
            <a:off x="1197050" y="16632936"/>
            <a:ext cx="16368000" cy="7315200"/>
          </a:xfrm>
          <a:prstGeom prst="rect">
            <a:avLst/>
          </a:prstGeom>
          <a:noFill/>
          <a:ln>
            <a:noFill/>
          </a:ln>
        </p:spPr>
        <p:txBody>
          <a:bodyPr anchorCtr="0" anchor="t" bIns="45700" lIns="45700" spcFirstLastPara="1" rIns="45700" wrap="square" tIns="45700">
            <a:normAutofit lnSpcReduction="10000"/>
          </a:bodyPr>
          <a:lstStyle/>
          <a:p>
            <a:pPr indent="0" lvl="0" marL="0" marR="0" rtl="0" algn="l">
              <a:lnSpc>
                <a:spcPct val="100000"/>
              </a:lnSpc>
              <a:spcBef>
                <a:spcPts val="0"/>
              </a:spcBef>
              <a:spcAft>
                <a:spcPts val="0"/>
              </a:spcAft>
              <a:buClr>
                <a:schemeClr val="dk1"/>
              </a:buClr>
              <a:buSzPts val="1100"/>
              <a:buFont typeface="Arial"/>
              <a:buNone/>
            </a:pPr>
            <a:r>
              <a:rPr b="1" i="0" lang="en-US" sz="6000" u="none" cap="none" strike="noStrike">
                <a:solidFill>
                  <a:schemeClr val="lt1"/>
                </a:solidFill>
                <a:latin typeface="Roboto"/>
                <a:ea typeface="Roboto"/>
                <a:cs typeface="Roboto"/>
                <a:sym typeface="Roboto"/>
              </a:rPr>
              <a:t>Examples </a:t>
            </a:r>
            <a:r>
              <a:rPr b="1" lang="en-US" sz="6000">
                <a:solidFill>
                  <a:schemeClr val="lt1"/>
                </a:solidFill>
                <a:latin typeface="Roboto"/>
                <a:ea typeface="Roboto"/>
                <a:cs typeface="Roboto"/>
                <a:sym typeface="Roboto"/>
              </a:rPr>
              <a:t>of M</a:t>
            </a:r>
            <a:r>
              <a:rPr b="1" i="0" lang="en-US" sz="6000" u="none" cap="none" strike="noStrike">
                <a:solidFill>
                  <a:schemeClr val="lt1"/>
                </a:solidFill>
                <a:latin typeface="Roboto"/>
                <a:ea typeface="Roboto"/>
                <a:cs typeface="Roboto"/>
                <a:sym typeface="Roboto"/>
              </a:rPr>
              <a:t>achine </a:t>
            </a:r>
            <a:r>
              <a:rPr b="1" lang="en-US" sz="6000">
                <a:solidFill>
                  <a:schemeClr val="lt1"/>
                </a:solidFill>
                <a:latin typeface="Roboto"/>
                <a:ea typeface="Roboto"/>
                <a:cs typeface="Roboto"/>
                <a:sym typeface="Roboto"/>
              </a:rPr>
              <a:t>L</a:t>
            </a:r>
            <a:r>
              <a:rPr b="1" i="0" lang="en-US" sz="6000" u="none" cap="none" strike="noStrike">
                <a:solidFill>
                  <a:schemeClr val="lt1"/>
                </a:solidFill>
                <a:latin typeface="Roboto"/>
                <a:ea typeface="Roboto"/>
                <a:cs typeface="Roboto"/>
                <a:sym typeface="Roboto"/>
              </a:rPr>
              <a:t>earning in </a:t>
            </a:r>
            <a:r>
              <a:rPr b="1" lang="en-US" sz="6000">
                <a:solidFill>
                  <a:schemeClr val="lt1"/>
                </a:solidFill>
                <a:latin typeface="Roboto"/>
                <a:ea typeface="Roboto"/>
                <a:cs typeface="Roboto"/>
                <a:sym typeface="Roboto"/>
              </a:rPr>
              <a:t>H</a:t>
            </a:r>
            <a:r>
              <a:rPr b="1" i="0" lang="en-US" sz="6000" u="none" cap="none" strike="noStrike">
                <a:solidFill>
                  <a:schemeClr val="lt1"/>
                </a:solidFill>
                <a:latin typeface="Roboto"/>
                <a:ea typeface="Roboto"/>
                <a:cs typeface="Roboto"/>
                <a:sym typeface="Roboto"/>
              </a:rPr>
              <a:t>ealthcare:</a:t>
            </a:r>
            <a:endParaRPr b="1" i="0" sz="6000" u="none" cap="none" strike="noStrike">
              <a:solidFill>
                <a:schemeClr val="lt1"/>
              </a:solidFill>
              <a:latin typeface="Roboto"/>
              <a:ea typeface="Roboto"/>
              <a:cs typeface="Roboto"/>
              <a:sym typeface="Roboto"/>
            </a:endParaRPr>
          </a:p>
          <a:p>
            <a:pPr indent="-514350" lvl="0" marL="457200" marR="0" rtl="0" algn="l">
              <a:lnSpc>
                <a:spcPct val="100000"/>
              </a:lnSpc>
              <a:spcBef>
                <a:spcPts val="2400"/>
              </a:spcBef>
              <a:spcAft>
                <a:spcPts val="0"/>
              </a:spcAft>
              <a:buClr>
                <a:schemeClr val="lt1"/>
              </a:buClr>
              <a:buSzPts val="4500"/>
              <a:buFont typeface="Roboto"/>
              <a:buChar char="●"/>
            </a:pPr>
            <a:r>
              <a:rPr i="0" lang="en-US" sz="4500" u="none" cap="none" strike="noStrike">
                <a:solidFill>
                  <a:schemeClr val="lt1"/>
                </a:solidFill>
                <a:latin typeface="Roboto"/>
                <a:ea typeface="Roboto"/>
                <a:cs typeface="Roboto"/>
                <a:sym typeface="Roboto"/>
              </a:rPr>
              <a:t>Clinical decision support systems</a:t>
            </a:r>
            <a:endParaRPr i="0" sz="4500" u="none" cap="none" strike="noStrike">
              <a:solidFill>
                <a:schemeClr val="lt1"/>
              </a:solidFill>
              <a:latin typeface="Roboto"/>
              <a:ea typeface="Roboto"/>
              <a:cs typeface="Roboto"/>
              <a:sym typeface="Roboto"/>
            </a:endParaRPr>
          </a:p>
          <a:p>
            <a:pPr indent="-514350" lvl="0" marL="457200" marR="0" rtl="0" algn="l">
              <a:lnSpc>
                <a:spcPct val="100000"/>
              </a:lnSpc>
              <a:spcBef>
                <a:spcPts val="0"/>
              </a:spcBef>
              <a:spcAft>
                <a:spcPts val="0"/>
              </a:spcAft>
              <a:buClr>
                <a:schemeClr val="lt1"/>
              </a:buClr>
              <a:buSzPts val="4500"/>
              <a:buFont typeface="Roboto"/>
              <a:buChar char="●"/>
            </a:pPr>
            <a:r>
              <a:rPr i="0" lang="en-US" sz="4500" u="none" cap="none" strike="noStrike">
                <a:solidFill>
                  <a:schemeClr val="lt1"/>
                </a:solidFill>
                <a:latin typeface="Roboto"/>
                <a:ea typeface="Roboto"/>
                <a:cs typeface="Roboto"/>
                <a:sym typeface="Roboto"/>
              </a:rPr>
              <a:t>Smart recordkeeping</a:t>
            </a:r>
            <a:endParaRPr i="0" sz="4500" u="none" cap="none" strike="noStrike">
              <a:solidFill>
                <a:schemeClr val="lt1"/>
              </a:solidFill>
              <a:latin typeface="Roboto"/>
              <a:ea typeface="Roboto"/>
              <a:cs typeface="Roboto"/>
              <a:sym typeface="Roboto"/>
            </a:endParaRPr>
          </a:p>
          <a:p>
            <a:pPr indent="-514350" lvl="0" marL="457200" marR="0" rtl="0" algn="l">
              <a:lnSpc>
                <a:spcPct val="100000"/>
              </a:lnSpc>
              <a:spcBef>
                <a:spcPts val="0"/>
              </a:spcBef>
              <a:spcAft>
                <a:spcPts val="0"/>
              </a:spcAft>
              <a:buClr>
                <a:schemeClr val="lt1"/>
              </a:buClr>
              <a:buSzPts val="4500"/>
              <a:buFont typeface="Roboto"/>
              <a:buChar char="●"/>
            </a:pPr>
            <a:r>
              <a:rPr i="0" lang="en-US" sz="4500" u="none" cap="none" strike="noStrike">
                <a:solidFill>
                  <a:schemeClr val="lt1"/>
                </a:solidFill>
                <a:latin typeface="Roboto"/>
                <a:ea typeface="Roboto"/>
                <a:cs typeface="Roboto"/>
                <a:sym typeface="Roboto"/>
              </a:rPr>
              <a:t>Machine learning in medical imaging</a:t>
            </a:r>
            <a:endParaRPr i="0" sz="4500" u="none" cap="none" strike="noStrike">
              <a:solidFill>
                <a:schemeClr val="lt1"/>
              </a:solidFill>
              <a:latin typeface="Roboto"/>
              <a:ea typeface="Roboto"/>
              <a:cs typeface="Roboto"/>
              <a:sym typeface="Roboto"/>
            </a:endParaRPr>
          </a:p>
          <a:p>
            <a:pPr indent="-514350" lvl="0" marL="457200" marR="0" rtl="0" algn="l">
              <a:lnSpc>
                <a:spcPct val="100000"/>
              </a:lnSpc>
              <a:spcBef>
                <a:spcPts val="0"/>
              </a:spcBef>
              <a:spcAft>
                <a:spcPts val="0"/>
              </a:spcAft>
              <a:buClr>
                <a:schemeClr val="lt1"/>
              </a:buClr>
              <a:buSzPts val="4500"/>
              <a:buFont typeface="Roboto"/>
              <a:buChar char="●"/>
            </a:pPr>
            <a:r>
              <a:rPr i="0" lang="en-US" sz="4500" u="none" cap="none" strike="noStrike">
                <a:solidFill>
                  <a:schemeClr val="lt1"/>
                </a:solidFill>
                <a:latin typeface="Roboto"/>
                <a:ea typeface="Roboto"/>
                <a:cs typeface="Roboto"/>
                <a:sym typeface="Roboto"/>
              </a:rPr>
              <a:t>Robotic surgery</a:t>
            </a:r>
            <a:endParaRPr i="0" sz="4500" u="none" cap="none" strike="noStrike">
              <a:solidFill>
                <a:schemeClr val="lt1"/>
              </a:solidFill>
              <a:latin typeface="Roboto"/>
              <a:ea typeface="Roboto"/>
              <a:cs typeface="Roboto"/>
              <a:sym typeface="Roboto"/>
            </a:endParaRPr>
          </a:p>
          <a:p>
            <a:pPr indent="-514350" lvl="0" marL="457200" marR="0" rtl="0" algn="l">
              <a:lnSpc>
                <a:spcPct val="100000"/>
              </a:lnSpc>
              <a:spcBef>
                <a:spcPts val="0"/>
              </a:spcBef>
              <a:spcAft>
                <a:spcPts val="0"/>
              </a:spcAft>
              <a:buClr>
                <a:schemeClr val="lt1"/>
              </a:buClr>
              <a:buSzPts val="4500"/>
              <a:buFont typeface="Roboto"/>
              <a:buChar char="●"/>
            </a:pPr>
            <a:r>
              <a:rPr i="0" lang="en-US" sz="4500" u="none" cap="none" strike="noStrike">
                <a:solidFill>
                  <a:schemeClr val="lt1"/>
                </a:solidFill>
                <a:latin typeface="Roboto"/>
                <a:ea typeface="Roboto"/>
                <a:cs typeface="Roboto"/>
                <a:sym typeface="Roboto"/>
              </a:rPr>
              <a:t>Behavior adjustments</a:t>
            </a:r>
            <a:endParaRPr i="0" sz="4500" u="none" cap="none" strike="noStrike">
              <a:solidFill>
                <a:schemeClr val="lt1"/>
              </a:solidFill>
              <a:latin typeface="Roboto"/>
              <a:ea typeface="Roboto"/>
              <a:cs typeface="Roboto"/>
              <a:sym typeface="Roboto"/>
            </a:endParaRPr>
          </a:p>
          <a:p>
            <a:pPr indent="-514350" lvl="0" marL="457200" marR="0" rtl="0" algn="l">
              <a:lnSpc>
                <a:spcPct val="100000"/>
              </a:lnSpc>
              <a:spcBef>
                <a:spcPts val="0"/>
              </a:spcBef>
              <a:spcAft>
                <a:spcPts val="0"/>
              </a:spcAft>
              <a:buClr>
                <a:schemeClr val="lt1"/>
              </a:buClr>
              <a:buSzPts val="4500"/>
              <a:buFont typeface="Roboto"/>
              <a:buChar char="●"/>
            </a:pPr>
            <a:r>
              <a:rPr i="0" lang="en-US" sz="4500" u="none" cap="none" strike="noStrike">
                <a:solidFill>
                  <a:schemeClr val="lt1"/>
                </a:solidFill>
                <a:latin typeface="Roboto"/>
                <a:ea typeface="Roboto"/>
                <a:cs typeface="Roboto"/>
                <a:sym typeface="Roboto"/>
              </a:rPr>
              <a:t>Predictive approach to treatment</a:t>
            </a:r>
            <a:endParaRPr i="0" sz="4500" u="none" cap="none" strike="noStrike">
              <a:solidFill>
                <a:schemeClr val="lt1"/>
              </a:solidFill>
              <a:latin typeface="Roboto"/>
              <a:ea typeface="Roboto"/>
              <a:cs typeface="Roboto"/>
              <a:sym typeface="Roboto"/>
            </a:endParaRPr>
          </a:p>
          <a:p>
            <a:pPr indent="-514350" lvl="0" marL="457200" marR="0" rtl="0" algn="l">
              <a:lnSpc>
                <a:spcPct val="100000"/>
              </a:lnSpc>
              <a:spcBef>
                <a:spcPts val="0"/>
              </a:spcBef>
              <a:spcAft>
                <a:spcPts val="0"/>
              </a:spcAft>
              <a:buClr>
                <a:schemeClr val="lt1"/>
              </a:buClr>
              <a:buSzPts val="4500"/>
              <a:buFont typeface="Roboto"/>
              <a:buChar char="●"/>
            </a:pPr>
            <a:r>
              <a:rPr i="0" lang="en-US" sz="4500" u="none" cap="none" strike="noStrike">
                <a:solidFill>
                  <a:schemeClr val="lt1"/>
                </a:solidFill>
                <a:latin typeface="Roboto"/>
                <a:ea typeface="Roboto"/>
                <a:cs typeface="Roboto"/>
                <a:sym typeface="Roboto"/>
              </a:rPr>
              <a:t>Drug discovery and production</a:t>
            </a:r>
            <a:endParaRPr i="0" sz="4500" u="none" cap="none" strike="noStrike">
              <a:solidFill>
                <a:schemeClr val="lt1"/>
              </a:solidFill>
              <a:latin typeface="Roboto"/>
              <a:ea typeface="Roboto"/>
              <a:cs typeface="Roboto"/>
              <a:sym typeface="Roboto"/>
            </a:endParaRPr>
          </a:p>
          <a:p>
            <a:pPr indent="-514350" lvl="0" marL="457200" marR="0" rtl="0" algn="l">
              <a:lnSpc>
                <a:spcPct val="100000"/>
              </a:lnSpc>
              <a:spcBef>
                <a:spcPts val="0"/>
              </a:spcBef>
              <a:spcAft>
                <a:spcPts val="0"/>
              </a:spcAft>
              <a:buClr>
                <a:schemeClr val="lt1"/>
              </a:buClr>
              <a:buSzPts val="4500"/>
              <a:buFont typeface="Roboto"/>
              <a:buChar char="●"/>
            </a:pPr>
            <a:r>
              <a:rPr i="0" lang="en-US" sz="4500" u="none" cap="none" strike="noStrike">
                <a:solidFill>
                  <a:schemeClr val="lt1"/>
                </a:solidFill>
                <a:latin typeface="Roboto"/>
                <a:ea typeface="Roboto"/>
                <a:cs typeface="Roboto"/>
                <a:sym typeface="Roboto"/>
              </a:rPr>
              <a:t>Infectious disease outbreak predictions</a:t>
            </a:r>
            <a:endParaRPr i="0" sz="4500" u="none" cap="none" strike="noStrike">
              <a:solidFill>
                <a:schemeClr val="lt1"/>
              </a:solidFill>
              <a:latin typeface="Roboto"/>
              <a:ea typeface="Roboto"/>
              <a:cs typeface="Roboto"/>
              <a:sym typeface="Roboto"/>
            </a:endParaRPr>
          </a:p>
          <a:p>
            <a:pPr indent="-514350" lvl="0" marL="457200" marR="0" rtl="0" algn="l">
              <a:lnSpc>
                <a:spcPct val="100000"/>
              </a:lnSpc>
              <a:spcBef>
                <a:spcPts val="0"/>
              </a:spcBef>
              <a:spcAft>
                <a:spcPts val="0"/>
              </a:spcAft>
              <a:buClr>
                <a:schemeClr val="lt1"/>
              </a:buClr>
              <a:buSzPts val="4500"/>
              <a:buFont typeface="Roboto"/>
              <a:buChar char="●"/>
            </a:pPr>
            <a:r>
              <a:rPr i="0" lang="en-US" sz="4500" u="none" cap="none" strike="noStrike">
                <a:solidFill>
                  <a:schemeClr val="lt1"/>
                </a:solidFill>
                <a:latin typeface="Roboto"/>
                <a:ea typeface="Roboto"/>
                <a:cs typeface="Roboto"/>
                <a:sym typeface="Roboto"/>
              </a:rPr>
              <a:t>Clinical research</a:t>
            </a:r>
            <a:endParaRPr i="0" sz="4500" u="none" cap="none" strike="noStrike">
              <a:solidFill>
                <a:schemeClr val="lt1"/>
              </a:solidFill>
              <a:latin typeface="Roboto"/>
              <a:ea typeface="Roboto"/>
              <a:cs typeface="Roboto"/>
              <a:sym typeface="Roboto"/>
            </a:endParaRPr>
          </a:p>
        </p:txBody>
      </p:sp>
      <p:sp>
        <p:nvSpPr>
          <p:cNvPr id="136" name="Google Shape;136;p30"/>
          <p:cNvSpPr txBox="1"/>
          <p:nvPr/>
        </p:nvSpPr>
        <p:spPr>
          <a:xfrm>
            <a:off x="2212848" y="6291072"/>
            <a:ext cx="20235600" cy="1033200"/>
          </a:xfrm>
          <a:prstGeom prst="rect">
            <a:avLst/>
          </a:prstGeom>
          <a:solidFill>
            <a:srgbClr val="0B145F">
              <a:alpha val="75294"/>
            </a:srgbClr>
          </a:solidFill>
          <a:ln>
            <a:noFill/>
          </a:ln>
        </p:spPr>
        <p:txBody>
          <a:bodyPr anchorCtr="0" anchor="t" bIns="45700" lIns="45700" spcFirstLastPara="1" rIns="45700" wrap="square" tIns="45700">
            <a:normAutofit fontScale="85000" lnSpcReduction="20000"/>
          </a:bodyPr>
          <a:lstStyle/>
          <a:p>
            <a:pPr indent="0" lvl="0" marL="0" marR="0" rtl="0" algn="l">
              <a:lnSpc>
                <a:spcPct val="100000"/>
              </a:lnSpc>
              <a:spcBef>
                <a:spcPts val="0"/>
              </a:spcBef>
              <a:spcAft>
                <a:spcPts val="0"/>
              </a:spcAft>
              <a:buClr>
                <a:srgbClr val="2C365E"/>
              </a:buClr>
              <a:buSzPct val="100000"/>
              <a:buFont typeface="Arial"/>
              <a:buNone/>
            </a:pPr>
            <a:r>
              <a:rPr b="1" i="0" lang="en-US" sz="4500" u="none" cap="none" strike="noStrike">
                <a:solidFill>
                  <a:schemeClr val="lt1"/>
                </a:solidFill>
                <a:latin typeface="Roboto"/>
                <a:ea typeface="Roboto"/>
                <a:cs typeface="Roboto"/>
                <a:sym typeface="Roboto"/>
              </a:rPr>
              <a:t>Author 1; Author 2; Author 3</a:t>
            </a:r>
            <a:endParaRPr i="0" sz="14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2C365E"/>
              </a:buClr>
              <a:buSzPct val="100000"/>
              <a:buFont typeface="Arial"/>
              <a:buNone/>
            </a:pPr>
            <a:r>
              <a:t/>
            </a:r>
            <a:endParaRPr b="1" i="0" sz="4500" u="none" cap="none" strike="noStrike">
              <a:solidFill>
                <a:schemeClr val="lt1"/>
              </a:solidFill>
              <a:latin typeface="Roboto"/>
              <a:ea typeface="Roboto"/>
              <a:cs typeface="Roboto"/>
              <a:sym typeface="Roboto"/>
            </a:endParaRPr>
          </a:p>
        </p:txBody>
      </p:sp>
      <p:sp>
        <p:nvSpPr>
          <p:cNvPr id="137" name="Google Shape;137;p30"/>
          <p:cNvSpPr/>
          <p:nvPr/>
        </p:nvSpPr>
        <p:spPr>
          <a:xfrm rot="-5400000">
            <a:off x="20359250" y="3955763"/>
            <a:ext cx="8288100" cy="421500"/>
          </a:xfrm>
          <a:prstGeom prst="rect">
            <a:avLst/>
          </a:prstGeom>
          <a:solidFill>
            <a:srgbClr val="0B145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8" name="Google Shape;138;p30"/>
          <p:cNvSpPr txBox="1"/>
          <p:nvPr/>
        </p:nvSpPr>
        <p:spPr>
          <a:xfrm>
            <a:off x="1197050" y="9314900"/>
            <a:ext cx="16368000" cy="7315200"/>
          </a:xfrm>
          <a:prstGeom prst="rect">
            <a:avLst/>
          </a:prstGeom>
          <a:noFill/>
          <a:ln>
            <a:noFill/>
          </a:ln>
        </p:spPr>
        <p:txBody>
          <a:bodyPr anchorCtr="0" anchor="t" bIns="45700" lIns="45700" spcFirstLastPara="1" rIns="45700" wrap="square" tIns="45700">
            <a:normAutofit/>
          </a:bodyPr>
          <a:lstStyle/>
          <a:p>
            <a:pPr indent="0" lvl="0" marL="0" marR="0" rtl="0" algn="l">
              <a:lnSpc>
                <a:spcPct val="100000"/>
              </a:lnSpc>
              <a:spcBef>
                <a:spcPts val="0"/>
              </a:spcBef>
              <a:spcAft>
                <a:spcPts val="0"/>
              </a:spcAft>
              <a:buClr>
                <a:srgbClr val="2C365E"/>
              </a:buClr>
              <a:buSzPts val="5475"/>
              <a:buFont typeface="Arial"/>
              <a:buNone/>
            </a:pPr>
            <a:r>
              <a:rPr b="1" i="0" lang="en-US" sz="6000" u="none" cap="none" strike="noStrike">
                <a:solidFill>
                  <a:schemeClr val="lt1"/>
                </a:solidFill>
                <a:latin typeface="Roboto"/>
                <a:ea typeface="Roboto"/>
                <a:cs typeface="Roboto"/>
                <a:sym typeface="Roboto"/>
              </a:rPr>
              <a:t>Background</a:t>
            </a:r>
            <a:endParaRPr i="0" sz="6000" u="none" cap="none" strike="noStrike">
              <a:solidFill>
                <a:schemeClr val="lt1"/>
              </a:solidFill>
              <a:latin typeface="Roboto"/>
              <a:ea typeface="Roboto"/>
              <a:cs typeface="Roboto"/>
              <a:sym typeface="Roboto"/>
            </a:endParaRPr>
          </a:p>
          <a:p>
            <a:pPr indent="0" lvl="0" marL="0" marR="0" rtl="0" algn="l">
              <a:lnSpc>
                <a:spcPct val="100000"/>
              </a:lnSpc>
              <a:spcBef>
                <a:spcPts val="2300"/>
              </a:spcBef>
              <a:spcAft>
                <a:spcPts val="0"/>
              </a:spcAft>
              <a:buClr>
                <a:srgbClr val="2C365E"/>
              </a:buClr>
              <a:buSzPts val="2541"/>
              <a:buFont typeface="Arial"/>
              <a:buNone/>
            </a:pPr>
            <a:r>
              <a:rPr i="0" lang="en-US" sz="4500" u="none" cap="none" strike="noStrike">
                <a:solidFill>
                  <a:schemeClr val="lt1"/>
                </a:solidFill>
                <a:latin typeface="Roboto"/>
                <a:ea typeface="Roboto"/>
                <a:cs typeface="Roboto"/>
                <a:sym typeface="Roboto"/>
              </a:rPr>
              <a:t>Machine learning in healthcare can have very positive impacts on machine learning. The biggest one is that machine learning algorithms are designed to learn large data sets and with patients’ files. This capability can aid in developing a precise treatment plan by simplifying the search for solutions to a lot of medical cases.</a:t>
            </a:r>
            <a:endParaRPr b="1" i="0" sz="4500" u="none" cap="none" strike="noStrike">
              <a:solidFill>
                <a:srgbClr val="000000"/>
              </a:solidFill>
              <a:latin typeface="Roboto"/>
              <a:ea typeface="Roboto"/>
              <a:cs typeface="Roboto"/>
              <a:sym typeface="Roboto"/>
            </a:endParaRPr>
          </a:p>
        </p:txBody>
      </p:sp>
      <p:sp>
        <p:nvSpPr>
          <p:cNvPr id="139" name="Google Shape;139;p30"/>
          <p:cNvSpPr txBox="1"/>
          <p:nvPr/>
        </p:nvSpPr>
        <p:spPr>
          <a:xfrm>
            <a:off x="19437475" y="29201025"/>
            <a:ext cx="12469800" cy="38613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2C365E"/>
              </a:buClr>
              <a:buSzPts val="4500"/>
              <a:buFont typeface="Arial"/>
              <a:buNone/>
            </a:pPr>
            <a:r>
              <a:t/>
            </a:r>
            <a:endParaRPr b="0" i="0" sz="4800" u="none" cap="none" strike="noStrike">
              <a:solidFill>
                <a:schemeClr val="lt1"/>
              </a:solidFill>
              <a:latin typeface="Arial"/>
              <a:ea typeface="Arial"/>
              <a:cs typeface="Arial"/>
              <a:sym typeface="Arial"/>
            </a:endParaRPr>
          </a:p>
        </p:txBody>
      </p:sp>
      <p:sp>
        <p:nvSpPr>
          <p:cNvPr id="140" name="Google Shape;140;p30"/>
          <p:cNvSpPr txBox="1"/>
          <p:nvPr/>
        </p:nvSpPr>
        <p:spPr>
          <a:xfrm>
            <a:off x="1197039" y="23948136"/>
            <a:ext cx="16368000" cy="7315200"/>
          </a:xfrm>
          <a:prstGeom prst="rect">
            <a:avLst/>
          </a:prstGeom>
          <a:noFill/>
          <a:ln>
            <a:noFill/>
          </a:ln>
        </p:spPr>
        <p:txBody>
          <a:bodyPr anchorCtr="0" anchor="t" bIns="45700" lIns="45700" spcFirstLastPara="1" rIns="45700" wrap="square" tIns="45700">
            <a:normAutofit fontScale="92500"/>
          </a:bodyPr>
          <a:lstStyle/>
          <a:p>
            <a:pPr indent="0" lvl="0" marL="0" marR="0" rtl="0" algn="l">
              <a:lnSpc>
                <a:spcPct val="100000"/>
              </a:lnSpc>
              <a:spcBef>
                <a:spcPts val="0"/>
              </a:spcBef>
              <a:spcAft>
                <a:spcPts val="0"/>
              </a:spcAft>
              <a:buClr>
                <a:srgbClr val="2C365E"/>
              </a:buClr>
              <a:buSzPct val="91250"/>
              <a:buFont typeface="Arial"/>
              <a:buNone/>
            </a:pPr>
            <a:r>
              <a:rPr b="1" i="0" lang="en-US" sz="6000" u="none" cap="none" strike="noStrike">
                <a:solidFill>
                  <a:schemeClr val="lt1"/>
                </a:solidFill>
                <a:latin typeface="Roboto"/>
                <a:ea typeface="Roboto"/>
                <a:cs typeface="Roboto"/>
                <a:sym typeface="Roboto"/>
              </a:rPr>
              <a:t>Case Study: Supervised Learning - Decision Tree</a:t>
            </a:r>
            <a:endParaRPr i="0" sz="6000" u="none" cap="none" strike="noStrike">
              <a:solidFill>
                <a:schemeClr val="lt1"/>
              </a:solidFill>
              <a:latin typeface="Roboto"/>
              <a:ea typeface="Roboto"/>
              <a:cs typeface="Roboto"/>
              <a:sym typeface="Roboto"/>
            </a:endParaRPr>
          </a:p>
          <a:p>
            <a:pPr indent="-492919" lvl="0" marL="457200" marR="0" rtl="0" algn="l">
              <a:lnSpc>
                <a:spcPct val="100000"/>
              </a:lnSpc>
              <a:spcBef>
                <a:spcPts val="2400"/>
              </a:spcBef>
              <a:spcAft>
                <a:spcPts val="0"/>
              </a:spcAft>
              <a:buClr>
                <a:schemeClr val="lt1"/>
              </a:buClr>
              <a:buSzPct val="100000"/>
              <a:buFont typeface="Roboto"/>
              <a:buChar char="●"/>
            </a:pPr>
            <a:r>
              <a:rPr i="0" lang="en-US" sz="4500" u="none" cap="none" strike="noStrike">
                <a:solidFill>
                  <a:schemeClr val="lt1"/>
                </a:solidFill>
                <a:latin typeface="Roboto"/>
                <a:ea typeface="Roboto"/>
                <a:cs typeface="Roboto"/>
                <a:sym typeface="Roboto"/>
              </a:rPr>
              <a:t>Supervised learning is a subcategory in machine learning. It uses datasets that are labeled to train algorithms to classify data or predict outcomes accurately. When it received more information, the data is adjusted, weighted, and fitted appropriately.</a:t>
            </a:r>
            <a:endParaRPr i="0" sz="4500" u="none" cap="none" strike="noStrike">
              <a:solidFill>
                <a:schemeClr val="lt1"/>
              </a:solidFill>
              <a:latin typeface="Roboto"/>
              <a:ea typeface="Roboto"/>
              <a:cs typeface="Roboto"/>
              <a:sym typeface="Roboto"/>
            </a:endParaRPr>
          </a:p>
          <a:p>
            <a:pPr indent="-492919" lvl="0" marL="457200" marR="0" rtl="0" algn="l">
              <a:lnSpc>
                <a:spcPct val="100000"/>
              </a:lnSpc>
              <a:spcBef>
                <a:spcPts val="0"/>
              </a:spcBef>
              <a:spcAft>
                <a:spcPts val="0"/>
              </a:spcAft>
              <a:buClr>
                <a:schemeClr val="lt1"/>
              </a:buClr>
              <a:buSzPct val="100000"/>
              <a:buFont typeface="Roboto"/>
              <a:buChar char="●"/>
            </a:pPr>
            <a:r>
              <a:rPr i="0" lang="en-US" sz="4500" u="none" cap="none" strike="noStrike">
                <a:solidFill>
                  <a:schemeClr val="lt1"/>
                </a:solidFill>
                <a:latin typeface="Roboto"/>
                <a:ea typeface="Roboto"/>
                <a:cs typeface="Roboto"/>
                <a:sym typeface="Roboto"/>
              </a:rPr>
              <a:t>A decision tree is a model used to make decisions by splitting data into branches based on the values of input features. Each split represents a decision, leading to a final prediction at the end of each branch. The figure below illustrates the conceptual layout for a Decision Tree.</a:t>
            </a:r>
            <a:endParaRPr i="0" sz="4500" u="none" cap="none" strike="noStrike">
              <a:solidFill>
                <a:schemeClr val="lt1"/>
              </a:solidFill>
              <a:latin typeface="Roboto"/>
              <a:ea typeface="Roboto"/>
              <a:cs typeface="Roboto"/>
              <a:sym typeface="Roboto"/>
            </a:endParaRPr>
          </a:p>
        </p:txBody>
      </p:sp>
      <p:sp>
        <p:nvSpPr>
          <p:cNvPr id="141" name="Google Shape;141;p30"/>
          <p:cNvSpPr txBox="1"/>
          <p:nvPr/>
        </p:nvSpPr>
        <p:spPr>
          <a:xfrm>
            <a:off x="19266408" y="34024824"/>
            <a:ext cx="12801600" cy="9144000"/>
          </a:xfrm>
          <a:prstGeom prst="rect">
            <a:avLst/>
          </a:prstGeom>
          <a:noFill/>
          <a:ln>
            <a:noFill/>
          </a:ln>
        </p:spPr>
        <p:txBody>
          <a:bodyPr anchorCtr="0" anchor="t" bIns="45700" lIns="45700" spcFirstLastPara="1" rIns="45700" wrap="square" tIns="45700">
            <a:noAutofit/>
          </a:bodyPr>
          <a:lstStyle/>
          <a:p>
            <a:pPr indent="-514350" lvl="0" marL="457200" marR="0" rtl="0" algn="l">
              <a:lnSpc>
                <a:spcPct val="100000"/>
              </a:lnSpc>
              <a:spcBef>
                <a:spcPts val="0"/>
              </a:spcBef>
              <a:spcAft>
                <a:spcPts val="0"/>
              </a:spcAft>
              <a:buClr>
                <a:schemeClr val="lt1"/>
              </a:buClr>
              <a:buSzPts val="4500"/>
              <a:buFont typeface="Roboto"/>
              <a:buChar char="●"/>
            </a:pPr>
            <a:r>
              <a:rPr b="1" i="0" lang="en-US" sz="4500" u="none" cap="none" strike="noStrike">
                <a:solidFill>
                  <a:schemeClr val="lt1"/>
                </a:solidFill>
                <a:latin typeface="Roboto"/>
                <a:ea typeface="Roboto"/>
                <a:cs typeface="Roboto"/>
                <a:sym typeface="Roboto"/>
              </a:rPr>
              <a:t>Machine learning has a plethora of possibilities to give in the healthcare field. As you can see, healthcare means is progressing bit by bit to better care for and aid their patients effectively and with good results.</a:t>
            </a:r>
            <a:endParaRPr b="1" i="0" sz="4500" u="none" cap="none" strike="noStrike">
              <a:solidFill>
                <a:schemeClr val="lt1"/>
              </a:solidFill>
              <a:latin typeface="Roboto"/>
              <a:ea typeface="Roboto"/>
              <a:cs typeface="Roboto"/>
              <a:sym typeface="Roboto"/>
            </a:endParaRPr>
          </a:p>
        </p:txBody>
      </p:sp>
      <p:sp>
        <p:nvSpPr>
          <p:cNvPr id="142" name="Google Shape;142;p30"/>
          <p:cNvSpPr txBox="1"/>
          <p:nvPr/>
        </p:nvSpPr>
        <p:spPr>
          <a:xfrm>
            <a:off x="25173432" y="1216152"/>
            <a:ext cx="6903600" cy="6108300"/>
          </a:xfrm>
          <a:prstGeom prst="rect">
            <a:avLst/>
          </a:prstGeom>
          <a:solidFill>
            <a:srgbClr val="0B145F">
              <a:alpha val="75294"/>
            </a:srgbClr>
          </a:solidFill>
          <a:ln>
            <a:noFill/>
          </a:ln>
        </p:spPr>
        <p:txBody>
          <a:bodyPr anchorCtr="0" anchor="t" bIns="45700" lIns="45700" spcFirstLastPara="1" rIns="45700" wrap="square" tIns="45700">
            <a:normAutofit fontScale="92500" lnSpcReduction="20000"/>
          </a:bodyPr>
          <a:lstStyle/>
          <a:p>
            <a:pPr indent="0" lvl="0" marL="0" marR="0" rtl="0" algn="l">
              <a:lnSpc>
                <a:spcPct val="100000"/>
              </a:lnSpc>
              <a:spcBef>
                <a:spcPts val="0"/>
              </a:spcBef>
              <a:spcAft>
                <a:spcPts val="0"/>
              </a:spcAft>
              <a:buClr>
                <a:srgbClr val="000000"/>
              </a:buClr>
              <a:buSzPct val="100000"/>
              <a:buFont typeface="Arial"/>
              <a:buNone/>
            </a:pPr>
            <a:r>
              <a:rPr b="1" i="0" lang="en-US" sz="7500" u="none" cap="none" strike="noStrike">
                <a:solidFill>
                  <a:schemeClr val="lt1"/>
                </a:solidFill>
                <a:latin typeface="Roboto"/>
                <a:ea typeface="Roboto"/>
                <a:cs typeface="Roboto"/>
                <a:sym typeface="Roboto"/>
              </a:rPr>
              <a:t>Highlights</a:t>
            </a:r>
            <a:endParaRPr i="0" sz="1400" u="none" cap="none" strike="noStrike">
              <a:solidFill>
                <a:schemeClr val="lt1"/>
              </a:solidFill>
              <a:latin typeface="Roboto"/>
              <a:ea typeface="Roboto"/>
              <a:cs typeface="Roboto"/>
              <a:sym typeface="Roboto"/>
            </a:endParaRPr>
          </a:p>
          <a:p>
            <a:pPr indent="-492919" lvl="0" marL="457200" marR="0" rtl="0" algn="l">
              <a:lnSpc>
                <a:spcPct val="100000"/>
              </a:lnSpc>
              <a:spcBef>
                <a:spcPts val="1800"/>
              </a:spcBef>
              <a:spcAft>
                <a:spcPts val="0"/>
              </a:spcAft>
              <a:buClr>
                <a:schemeClr val="lt1"/>
              </a:buClr>
              <a:buSzPct val="100000"/>
              <a:buFont typeface="Roboto"/>
              <a:buChar char="●"/>
            </a:pPr>
            <a:r>
              <a:rPr i="0" lang="en-US" sz="4500" u="none" cap="none" strike="noStrike">
                <a:solidFill>
                  <a:schemeClr val="lt1"/>
                </a:solidFill>
                <a:latin typeface="Roboto"/>
                <a:ea typeface="Roboto"/>
                <a:cs typeface="Roboto"/>
                <a:sym typeface="Roboto"/>
              </a:rPr>
              <a:t>Machine learning has a plethora of possibilities to give in the healthcare field.</a:t>
            </a:r>
            <a:endParaRPr i="0" sz="4500" u="none" cap="none" strike="noStrike">
              <a:solidFill>
                <a:schemeClr val="lt1"/>
              </a:solidFill>
              <a:latin typeface="Roboto"/>
              <a:ea typeface="Roboto"/>
              <a:cs typeface="Roboto"/>
              <a:sym typeface="Roboto"/>
            </a:endParaRPr>
          </a:p>
          <a:p>
            <a:pPr indent="-492919" lvl="0" marL="457200" marR="0" rtl="0" algn="l">
              <a:lnSpc>
                <a:spcPct val="100000"/>
              </a:lnSpc>
              <a:spcBef>
                <a:spcPts val="0"/>
              </a:spcBef>
              <a:spcAft>
                <a:spcPts val="0"/>
              </a:spcAft>
              <a:buClr>
                <a:schemeClr val="lt1"/>
              </a:buClr>
              <a:buSzPct val="100000"/>
              <a:buFont typeface="Roboto"/>
              <a:buChar char="●"/>
            </a:pPr>
            <a:r>
              <a:rPr i="0" lang="en-US" sz="4500" u="none" cap="none" strike="noStrike">
                <a:solidFill>
                  <a:schemeClr val="lt1"/>
                </a:solidFill>
                <a:latin typeface="Roboto"/>
                <a:ea typeface="Roboto"/>
                <a:cs typeface="Roboto"/>
                <a:sym typeface="Roboto"/>
              </a:rPr>
              <a:t>Supervised learning can help with tracking COVID-19 cases.</a:t>
            </a:r>
            <a:endParaRPr i="0" sz="4500" u="none" cap="none" strike="noStrike">
              <a:solidFill>
                <a:schemeClr val="lt1"/>
              </a:solidFill>
              <a:latin typeface="Roboto"/>
              <a:ea typeface="Roboto"/>
              <a:cs typeface="Roboto"/>
              <a:sym typeface="Roboto"/>
            </a:endParaRPr>
          </a:p>
          <a:p>
            <a:pPr indent="-492919" lvl="0" marL="457200" marR="0" rtl="0" algn="l">
              <a:lnSpc>
                <a:spcPct val="100000"/>
              </a:lnSpc>
              <a:spcBef>
                <a:spcPts val="0"/>
              </a:spcBef>
              <a:spcAft>
                <a:spcPts val="0"/>
              </a:spcAft>
              <a:buClr>
                <a:schemeClr val="lt1"/>
              </a:buClr>
              <a:buSzPct val="100000"/>
              <a:buFont typeface="Roboto"/>
              <a:buChar char="●"/>
            </a:pPr>
            <a:r>
              <a:rPr i="0" lang="en-US" sz="4500" u="none" cap="none" strike="noStrike">
                <a:solidFill>
                  <a:schemeClr val="lt1"/>
                </a:solidFill>
                <a:latin typeface="Roboto"/>
                <a:ea typeface="Roboto"/>
                <a:cs typeface="Roboto"/>
                <a:sym typeface="Roboto"/>
              </a:rPr>
              <a:t>Trained Decision Trees can help predict Cancer risk amongst patients.</a:t>
            </a:r>
            <a:endParaRPr i="0" sz="4500" u="none" cap="none" strike="noStrike">
              <a:solidFill>
                <a:schemeClr val="lt1"/>
              </a:solidFill>
              <a:latin typeface="Roboto"/>
              <a:ea typeface="Roboto"/>
              <a:cs typeface="Roboto"/>
              <a:sym typeface="Roboto"/>
            </a:endParaRPr>
          </a:p>
        </p:txBody>
      </p:sp>
      <p:pic>
        <p:nvPicPr>
          <p:cNvPr id="143" name="Google Shape;143;p30"/>
          <p:cNvPicPr preferRelativeResize="0"/>
          <p:nvPr/>
        </p:nvPicPr>
        <p:blipFill rotWithShape="1">
          <a:blip r:embed="rId3">
            <a:alphaModFix/>
          </a:blip>
          <a:srcRect b="0" l="0" r="0" t="13232"/>
          <a:stretch/>
        </p:blipFill>
        <p:spPr>
          <a:xfrm>
            <a:off x="810099" y="32087752"/>
            <a:ext cx="17141912" cy="10778997"/>
          </a:xfrm>
          <a:prstGeom prst="rect">
            <a:avLst/>
          </a:prstGeom>
          <a:noFill/>
          <a:ln>
            <a:noFill/>
          </a:ln>
        </p:spPr>
      </p:pic>
      <p:pic>
        <p:nvPicPr>
          <p:cNvPr descr="Content Placeholder 8" id="144" name="Google Shape;144;p30"/>
          <p:cNvPicPr preferRelativeResize="0"/>
          <p:nvPr/>
        </p:nvPicPr>
        <p:blipFill rotWithShape="1">
          <a:blip r:embed="rId4">
            <a:alphaModFix/>
          </a:blip>
          <a:srcRect b="0" l="0" r="0" t="0"/>
          <a:stretch/>
        </p:blipFill>
        <p:spPr>
          <a:xfrm>
            <a:off x="19266408" y="17876775"/>
            <a:ext cx="12801600" cy="15489936"/>
          </a:xfrm>
          <a:prstGeom prst="rect">
            <a:avLst/>
          </a:prstGeom>
          <a:noFill/>
          <a:ln>
            <a:noFill/>
          </a:ln>
        </p:spPr>
      </p:pic>
      <p:sp>
        <p:nvSpPr>
          <p:cNvPr id="145" name="Google Shape;145;p30"/>
          <p:cNvSpPr txBox="1"/>
          <p:nvPr/>
        </p:nvSpPr>
        <p:spPr>
          <a:xfrm>
            <a:off x="19266408" y="9314900"/>
            <a:ext cx="12801600" cy="10158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1000"/>
              </a:spcAft>
              <a:buClr>
                <a:srgbClr val="2C365E"/>
              </a:buClr>
              <a:buSzPts val="5475"/>
              <a:buFont typeface="Arial"/>
              <a:buNone/>
            </a:pPr>
            <a:r>
              <a:rPr b="1" i="0" lang="en-US" sz="6000" u="none" cap="none" strike="noStrike">
                <a:solidFill>
                  <a:schemeClr val="lt1"/>
                </a:solidFill>
                <a:latin typeface="Roboto"/>
                <a:ea typeface="Roboto"/>
                <a:cs typeface="Roboto"/>
                <a:sym typeface="Roboto"/>
              </a:rPr>
              <a:t>Data Preparation</a:t>
            </a:r>
            <a:endParaRPr i="0" sz="4200" u="none" cap="none" strike="noStrike">
              <a:solidFill>
                <a:schemeClr val="lt1"/>
              </a:solidFill>
              <a:latin typeface="Roboto"/>
              <a:ea typeface="Roboto"/>
              <a:cs typeface="Roboto"/>
              <a:sym typeface="Roboto"/>
            </a:endParaRPr>
          </a:p>
        </p:txBody>
      </p:sp>
      <p:pic>
        <p:nvPicPr>
          <p:cNvPr descr="Content Placeholder 2" id="146" name="Google Shape;146;p30"/>
          <p:cNvPicPr preferRelativeResize="0"/>
          <p:nvPr/>
        </p:nvPicPr>
        <p:blipFill rotWithShape="1">
          <a:blip r:embed="rId5">
            <a:alphaModFix/>
          </a:blip>
          <a:srcRect b="50169" l="0" r="0" t="0"/>
          <a:stretch/>
        </p:blipFill>
        <p:spPr>
          <a:xfrm>
            <a:off x="19266408" y="11070173"/>
            <a:ext cx="12801600" cy="2827735"/>
          </a:xfrm>
          <a:prstGeom prst="rect">
            <a:avLst/>
          </a:prstGeom>
          <a:noFill/>
          <a:ln>
            <a:noFill/>
          </a:ln>
        </p:spPr>
      </p:pic>
      <p:pic>
        <p:nvPicPr>
          <p:cNvPr descr="Content Placeholder 8" id="147" name="Google Shape;147;p30"/>
          <p:cNvPicPr preferRelativeResize="0"/>
          <p:nvPr/>
        </p:nvPicPr>
        <p:blipFill rotWithShape="1">
          <a:blip r:embed="rId6">
            <a:alphaModFix/>
          </a:blip>
          <a:srcRect b="75994" l="2830" r="2830" t="0"/>
          <a:stretch/>
        </p:blipFill>
        <p:spPr>
          <a:xfrm>
            <a:off x="19266408" y="14205911"/>
            <a:ext cx="12801599" cy="29993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