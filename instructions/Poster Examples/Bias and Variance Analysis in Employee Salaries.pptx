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Lst>
  <p:sldSz cy="32918400" cx="585216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9AA0A6"/>
          </p15:clr>
        </p15:guide>
        <p15:guide id="2" pos="1843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843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 Id="rId10"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719667" y="685800"/>
            <a:ext cx="54186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4389120" y="5387342"/>
            <a:ext cx="49743300" cy="114606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7315200" y="17289781"/>
            <a:ext cx="43891200" cy="79476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2" name="Google Shape;12;p2"/>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4023359" y="8763000"/>
            <a:ext cx="50475000" cy="208863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6" name="Google Shape;16;p3"/>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 name="Shape 17"/>
        <p:cNvGrpSpPr/>
        <p:nvPr/>
      </p:nvGrpSpPr>
      <p:grpSpPr>
        <a:xfrm>
          <a:off x="0" y="0"/>
          <a:ext cx="0" cy="0"/>
          <a:chOff x="0" y="0"/>
          <a:chExt cx="0" cy="0"/>
        </a:xfrm>
      </p:grpSpPr>
      <p:sp>
        <p:nvSpPr>
          <p:cNvPr id="18" name="Google Shape;18;p4"/>
          <p:cNvSpPr txBox="1"/>
          <p:nvPr>
            <p:ph type="title"/>
          </p:nvPr>
        </p:nvSpPr>
        <p:spPr>
          <a:xfrm>
            <a:off x="3992883" y="8206748"/>
            <a:ext cx="50475000" cy="136932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4"/>
          <p:cNvSpPr txBox="1"/>
          <p:nvPr>
            <p:ph idx="1" type="body"/>
          </p:nvPr>
        </p:nvSpPr>
        <p:spPr>
          <a:xfrm>
            <a:off x="3992883" y="22029428"/>
            <a:ext cx="50475000" cy="72009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0" name="Google Shape;20;p4"/>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5"/>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5"/>
          <p:cNvSpPr txBox="1"/>
          <p:nvPr>
            <p:ph idx="1" type="body"/>
          </p:nvPr>
        </p:nvSpPr>
        <p:spPr>
          <a:xfrm>
            <a:off x="4023359" y="8763000"/>
            <a:ext cx="24871800" cy="208863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4" name="Google Shape;24;p5"/>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6"/>
          <p:cNvSpPr txBox="1"/>
          <p:nvPr>
            <p:ph type="title"/>
          </p:nvPr>
        </p:nvSpPr>
        <p:spPr>
          <a:xfrm>
            <a:off x="4030981"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6"/>
          <p:cNvSpPr txBox="1"/>
          <p:nvPr>
            <p:ph idx="1" type="body"/>
          </p:nvPr>
        </p:nvSpPr>
        <p:spPr>
          <a:xfrm>
            <a:off x="4030989" y="8069581"/>
            <a:ext cx="24757500" cy="39549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8" name="Google Shape;28;p6"/>
          <p:cNvSpPr txBox="1"/>
          <p:nvPr>
            <p:ph idx="2" type="body"/>
          </p:nvPr>
        </p:nvSpPr>
        <p:spPr>
          <a:xfrm>
            <a:off x="29626563" y="8069581"/>
            <a:ext cx="24879300" cy="39549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9" name="Google Shape;29;p6"/>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7"/>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7"/>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9"/>
          <p:cNvSpPr txBox="1"/>
          <p:nvPr>
            <p:ph type="title"/>
          </p:nvPr>
        </p:nvSpPr>
        <p:spPr>
          <a:xfrm>
            <a:off x="4030983" y="2194560"/>
            <a:ext cx="18874800" cy="76809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9"/>
          <p:cNvSpPr txBox="1"/>
          <p:nvPr>
            <p:ph idx="1" type="body"/>
          </p:nvPr>
        </p:nvSpPr>
        <p:spPr>
          <a:xfrm>
            <a:off x="24879300" y="4739647"/>
            <a:ext cx="29626500" cy="233934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8" name="Google Shape;38;p9"/>
          <p:cNvSpPr txBox="1"/>
          <p:nvPr>
            <p:ph idx="2" type="body"/>
          </p:nvPr>
        </p:nvSpPr>
        <p:spPr>
          <a:xfrm>
            <a:off x="4030983" y="9875519"/>
            <a:ext cx="18874800" cy="182955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9" name="Google Shape;39;p9"/>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0"/>
          <p:cNvSpPr txBox="1"/>
          <p:nvPr>
            <p:ph type="title"/>
          </p:nvPr>
        </p:nvSpPr>
        <p:spPr>
          <a:xfrm>
            <a:off x="4030983" y="2194560"/>
            <a:ext cx="18874800" cy="76809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10"/>
          <p:cNvSpPr/>
          <p:nvPr>
            <p:ph idx="2" type="pic"/>
          </p:nvPr>
        </p:nvSpPr>
        <p:spPr>
          <a:xfrm>
            <a:off x="24879300" y="4739647"/>
            <a:ext cx="29626500" cy="23393400"/>
          </a:xfrm>
          <a:prstGeom prst="rect">
            <a:avLst/>
          </a:prstGeom>
          <a:noFill/>
          <a:ln>
            <a:noFill/>
          </a:ln>
        </p:spPr>
      </p:sp>
      <p:sp>
        <p:nvSpPr>
          <p:cNvPr id="43" name="Google Shape;43;p10"/>
          <p:cNvSpPr txBox="1"/>
          <p:nvPr>
            <p:ph idx="1" type="body"/>
          </p:nvPr>
        </p:nvSpPr>
        <p:spPr>
          <a:xfrm>
            <a:off x="4030983" y="9875519"/>
            <a:ext cx="18874800" cy="182955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4" name="Google Shape;44;p10"/>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5" name="Shape 45"/>
        <p:cNvGrpSpPr/>
        <p:nvPr/>
      </p:nvGrpSpPr>
      <p:grpSpPr>
        <a:xfrm>
          <a:off x="0" y="0"/>
          <a:ext cx="0" cy="0"/>
          <a:chOff x="0" y="0"/>
          <a:chExt cx="0" cy="0"/>
        </a:xfrm>
      </p:grpSpPr>
      <p:sp>
        <p:nvSpPr>
          <p:cNvPr id="46" name="Google Shape;46;p11"/>
          <p:cNvSpPr txBox="1"/>
          <p:nvPr>
            <p:ph type="title"/>
          </p:nvPr>
        </p:nvSpPr>
        <p:spPr>
          <a:xfrm>
            <a:off x="4389120" y="5387342"/>
            <a:ext cx="49743300" cy="114606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7" name="Google Shape;47;p11"/>
          <p:cNvSpPr txBox="1"/>
          <p:nvPr>
            <p:ph idx="1" type="body"/>
          </p:nvPr>
        </p:nvSpPr>
        <p:spPr>
          <a:xfrm>
            <a:off x="7315200" y="17289781"/>
            <a:ext cx="43891200" cy="79476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8" name="Google Shape;48;p11"/>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9" name="Shape 49"/>
        <p:cNvGrpSpPr/>
        <p:nvPr/>
      </p:nvGrpSpPr>
      <p:grpSpPr>
        <a:xfrm>
          <a:off x="0" y="0"/>
          <a:ext cx="0" cy="0"/>
          <a:chOff x="0" y="0"/>
          <a:chExt cx="0" cy="0"/>
        </a:xfrm>
      </p:grpSpPr>
      <p:sp>
        <p:nvSpPr>
          <p:cNvPr id="50" name="Google Shape;50;p12"/>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12"/>
          <p:cNvSpPr txBox="1"/>
          <p:nvPr>
            <p:ph idx="1" type="body"/>
          </p:nvPr>
        </p:nvSpPr>
        <p:spPr>
          <a:xfrm>
            <a:off x="4023359" y="8763000"/>
            <a:ext cx="50475000" cy="208863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2" name="Google Shape;52;p12"/>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2">
    <p:spTree>
      <p:nvGrpSpPr>
        <p:cNvPr id="53" name="Shape 53"/>
        <p:cNvGrpSpPr/>
        <p:nvPr/>
      </p:nvGrpSpPr>
      <p:grpSpPr>
        <a:xfrm>
          <a:off x="0" y="0"/>
          <a:ext cx="0" cy="0"/>
          <a:chOff x="0" y="0"/>
          <a:chExt cx="0" cy="0"/>
        </a:xfrm>
      </p:grpSpPr>
      <p:sp>
        <p:nvSpPr>
          <p:cNvPr id="54" name="Google Shape;54;p13"/>
          <p:cNvSpPr txBox="1"/>
          <p:nvPr>
            <p:ph type="title"/>
          </p:nvPr>
        </p:nvSpPr>
        <p:spPr>
          <a:xfrm>
            <a:off x="3992883" y="8206748"/>
            <a:ext cx="50475000" cy="136932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5" name="Google Shape;55;p13"/>
          <p:cNvSpPr txBox="1"/>
          <p:nvPr>
            <p:ph idx="1" type="body"/>
          </p:nvPr>
        </p:nvSpPr>
        <p:spPr>
          <a:xfrm>
            <a:off x="3992883" y="22029428"/>
            <a:ext cx="50475000" cy="72009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6" name="Google Shape;56;p13"/>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57" name="Shape 57"/>
        <p:cNvGrpSpPr/>
        <p:nvPr/>
      </p:nvGrpSpPr>
      <p:grpSpPr>
        <a:xfrm>
          <a:off x="0" y="0"/>
          <a:ext cx="0" cy="0"/>
          <a:chOff x="0" y="0"/>
          <a:chExt cx="0" cy="0"/>
        </a:xfrm>
      </p:grpSpPr>
      <p:sp>
        <p:nvSpPr>
          <p:cNvPr id="58" name="Google Shape;58;p14"/>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9" name="Google Shape;59;p14"/>
          <p:cNvSpPr txBox="1"/>
          <p:nvPr>
            <p:ph idx="1" type="body"/>
          </p:nvPr>
        </p:nvSpPr>
        <p:spPr>
          <a:xfrm>
            <a:off x="4023359" y="8763000"/>
            <a:ext cx="24871800" cy="208863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0" name="Google Shape;60;p14"/>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2">
    <p:spTree>
      <p:nvGrpSpPr>
        <p:cNvPr id="61" name="Shape 61"/>
        <p:cNvGrpSpPr/>
        <p:nvPr/>
      </p:nvGrpSpPr>
      <p:grpSpPr>
        <a:xfrm>
          <a:off x="0" y="0"/>
          <a:ext cx="0" cy="0"/>
          <a:chOff x="0" y="0"/>
          <a:chExt cx="0" cy="0"/>
        </a:xfrm>
      </p:grpSpPr>
      <p:sp>
        <p:nvSpPr>
          <p:cNvPr id="62" name="Google Shape;62;p15"/>
          <p:cNvSpPr txBox="1"/>
          <p:nvPr>
            <p:ph type="title"/>
          </p:nvPr>
        </p:nvSpPr>
        <p:spPr>
          <a:xfrm>
            <a:off x="4030983"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3" name="Google Shape;63;p15"/>
          <p:cNvSpPr txBox="1"/>
          <p:nvPr>
            <p:ph idx="1" type="body"/>
          </p:nvPr>
        </p:nvSpPr>
        <p:spPr>
          <a:xfrm>
            <a:off x="4030989" y="8069581"/>
            <a:ext cx="24757500" cy="39549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4" name="Google Shape;64;p15"/>
          <p:cNvSpPr txBox="1"/>
          <p:nvPr>
            <p:ph idx="2" type="body"/>
          </p:nvPr>
        </p:nvSpPr>
        <p:spPr>
          <a:xfrm>
            <a:off x="29626563" y="8069581"/>
            <a:ext cx="24879300" cy="39549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5" name="Google Shape;65;p15"/>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66" name="Shape 66"/>
        <p:cNvGrpSpPr/>
        <p:nvPr/>
      </p:nvGrpSpPr>
      <p:grpSpPr>
        <a:xfrm>
          <a:off x="0" y="0"/>
          <a:ext cx="0" cy="0"/>
          <a:chOff x="0" y="0"/>
          <a:chExt cx="0" cy="0"/>
        </a:xfrm>
      </p:grpSpPr>
      <p:sp>
        <p:nvSpPr>
          <p:cNvPr id="67" name="Google Shape;67;p16"/>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8" name="Google Shape;68;p16"/>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69" name="Shape 69"/>
        <p:cNvGrpSpPr/>
        <p:nvPr/>
      </p:nvGrpSpPr>
      <p:grpSpPr>
        <a:xfrm>
          <a:off x="0" y="0"/>
          <a:ext cx="0" cy="0"/>
          <a:chOff x="0" y="0"/>
          <a:chExt cx="0" cy="0"/>
        </a:xfrm>
      </p:grpSpPr>
      <p:sp>
        <p:nvSpPr>
          <p:cNvPr id="70" name="Google Shape;70;p17"/>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2">
    <p:spTree>
      <p:nvGrpSpPr>
        <p:cNvPr id="71" name="Shape 71"/>
        <p:cNvGrpSpPr/>
        <p:nvPr/>
      </p:nvGrpSpPr>
      <p:grpSpPr>
        <a:xfrm>
          <a:off x="0" y="0"/>
          <a:ext cx="0" cy="0"/>
          <a:chOff x="0" y="0"/>
          <a:chExt cx="0" cy="0"/>
        </a:xfrm>
      </p:grpSpPr>
      <p:sp>
        <p:nvSpPr>
          <p:cNvPr id="72" name="Google Shape;72;p18"/>
          <p:cNvSpPr txBox="1"/>
          <p:nvPr>
            <p:ph type="title"/>
          </p:nvPr>
        </p:nvSpPr>
        <p:spPr>
          <a:xfrm>
            <a:off x="4030983" y="2194560"/>
            <a:ext cx="18874800" cy="76809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3" name="Google Shape;73;p18"/>
          <p:cNvSpPr txBox="1"/>
          <p:nvPr>
            <p:ph idx="1" type="body"/>
          </p:nvPr>
        </p:nvSpPr>
        <p:spPr>
          <a:xfrm>
            <a:off x="24879304" y="4739647"/>
            <a:ext cx="29626500" cy="233934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4" name="Google Shape;74;p18"/>
          <p:cNvSpPr txBox="1"/>
          <p:nvPr>
            <p:ph idx="2" type="body"/>
          </p:nvPr>
        </p:nvSpPr>
        <p:spPr>
          <a:xfrm>
            <a:off x="4030983" y="9875519"/>
            <a:ext cx="18874800" cy="182955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5" name="Google Shape;75;p18"/>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2">
    <p:spTree>
      <p:nvGrpSpPr>
        <p:cNvPr id="76" name="Shape 76"/>
        <p:cNvGrpSpPr/>
        <p:nvPr/>
      </p:nvGrpSpPr>
      <p:grpSpPr>
        <a:xfrm>
          <a:off x="0" y="0"/>
          <a:ext cx="0" cy="0"/>
          <a:chOff x="0" y="0"/>
          <a:chExt cx="0" cy="0"/>
        </a:xfrm>
      </p:grpSpPr>
      <p:sp>
        <p:nvSpPr>
          <p:cNvPr id="77" name="Google Shape;77;p19"/>
          <p:cNvSpPr txBox="1"/>
          <p:nvPr>
            <p:ph type="title"/>
          </p:nvPr>
        </p:nvSpPr>
        <p:spPr>
          <a:xfrm>
            <a:off x="4030983" y="2194560"/>
            <a:ext cx="18874800" cy="76809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8" name="Google Shape;78;p19"/>
          <p:cNvSpPr/>
          <p:nvPr>
            <p:ph idx="2" type="pic"/>
          </p:nvPr>
        </p:nvSpPr>
        <p:spPr>
          <a:xfrm>
            <a:off x="24879304" y="4739647"/>
            <a:ext cx="29626500" cy="23393400"/>
          </a:xfrm>
          <a:prstGeom prst="rect">
            <a:avLst/>
          </a:prstGeom>
          <a:noFill/>
          <a:ln>
            <a:noFill/>
          </a:ln>
        </p:spPr>
      </p:sp>
      <p:sp>
        <p:nvSpPr>
          <p:cNvPr id="79" name="Google Shape;79;p19"/>
          <p:cNvSpPr txBox="1"/>
          <p:nvPr>
            <p:ph idx="1" type="body"/>
          </p:nvPr>
        </p:nvSpPr>
        <p:spPr>
          <a:xfrm>
            <a:off x="4030983" y="9875519"/>
            <a:ext cx="18874800" cy="182955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0" name="Google Shape;80;p19"/>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2">
    <p:bg>
      <p:bgPr>
        <a:solidFill>
          <a:srgbClr val="00306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4389120" y="10226041"/>
            <a:ext cx="49743300" cy="70560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3" name="Google Shape;83;p20"/>
          <p:cNvSpPr txBox="1"/>
          <p:nvPr>
            <p:ph idx="1" type="body"/>
          </p:nvPr>
        </p:nvSpPr>
        <p:spPr>
          <a:xfrm>
            <a:off x="8778240" y="18653759"/>
            <a:ext cx="40965000" cy="8412600"/>
          </a:xfrm>
          <a:prstGeom prst="rect">
            <a:avLst/>
          </a:prstGeom>
          <a:noFill/>
          <a:ln>
            <a:noFill/>
          </a:ln>
        </p:spPr>
        <p:txBody>
          <a:bodyPr anchorCtr="0" anchor="t" bIns="219450" lIns="219450" spcFirstLastPara="1" rIns="219450" wrap="square" tIns="219450">
            <a:noAutofit/>
          </a:bodyPr>
          <a:lstStyle>
            <a:lvl1pPr indent="-228600" lvl="0" marL="457200" algn="ctr">
              <a:lnSpc>
                <a:spcPct val="100000"/>
              </a:lnSpc>
              <a:spcBef>
                <a:spcPts val="3600"/>
              </a:spcBef>
              <a:spcAft>
                <a:spcPts val="0"/>
              </a:spcAft>
              <a:buClr>
                <a:srgbClr val="888888"/>
              </a:buClr>
              <a:buSzPts val="15400"/>
              <a:buFont typeface="Calibri"/>
              <a:buNone/>
              <a:defRPr sz="15400">
                <a:solidFill>
                  <a:srgbClr val="888888"/>
                </a:solidFill>
              </a:defRPr>
            </a:lvl1pPr>
            <a:lvl2pPr indent="-228600" lvl="1" marL="914400" algn="ctr">
              <a:lnSpc>
                <a:spcPct val="100000"/>
              </a:lnSpc>
              <a:spcBef>
                <a:spcPts val="3600"/>
              </a:spcBef>
              <a:spcAft>
                <a:spcPts val="0"/>
              </a:spcAft>
              <a:buClr>
                <a:srgbClr val="888888"/>
              </a:buClr>
              <a:buSzPts val="15400"/>
              <a:buFont typeface="Calibri"/>
              <a:buNone/>
              <a:defRPr sz="15400">
                <a:solidFill>
                  <a:srgbClr val="888888"/>
                </a:solidFill>
              </a:defRPr>
            </a:lvl2pPr>
            <a:lvl3pPr indent="-228600" lvl="2" marL="1371600" algn="ctr">
              <a:lnSpc>
                <a:spcPct val="100000"/>
              </a:lnSpc>
              <a:spcBef>
                <a:spcPts val="3600"/>
              </a:spcBef>
              <a:spcAft>
                <a:spcPts val="0"/>
              </a:spcAft>
              <a:buClr>
                <a:srgbClr val="888888"/>
              </a:buClr>
              <a:buSzPts val="15400"/>
              <a:buFont typeface="Calibri"/>
              <a:buNone/>
              <a:defRPr sz="15400">
                <a:solidFill>
                  <a:srgbClr val="888888"/>
                </a:solidFill>
              </a:defRPr>
            </a:lvl3pPr>
            <a:lvl4pPr indent="-228600" lvl="3" marL="1828800" algn="ctr">
              <a:lnSpc>
                <a:spcPct val="100000"/>
              </a:lnSpc>
              <a:spcBef>
                <a:spcPts val="3600"/>
              </a:spcBef>
              <a:spcAft>
                <a:spcPts val="0"/>
              </a:spcAft>
              <a:buClr>
                <a:srgbClr val="888888"/>
              </a:buClr>
              <a:buSzPts val="15400"/>
              <a:buFont typeface="Calibri"/>
              <a:buNone/>
              <a:defRPr sz="15400">
                <a:solidFill>
                  <a:srgbClr val="888888"/>
                </a:solidFill>
              </a:defRPr>
            </a:lvl4pPr>
            <a:lvl5pPr indent="-228600" lvl="4" marL="2286000" algn="ctr">
              <a:lnSpc>
                <a:spcPct val="100000"/>
              </a:lnSpc>
              <a:spcBef>
                <a:spcPts val="3600"/>
              </a:spcBef>
              <a:spcAft>
                <a:spcPts val="0"/>
              </a:spcAft>
              <a:buClr>
                <a:srgbClr val="888888"/>
              </a:buClr>
              <a:buSzPts val="15400"/>
              <a:buFont typeface="Calibri"/>
              <a:buNone/>
              <a:defRPr sz="154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4" name="Google Shape;84;p20"/>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bg>
      <p:bgPr>
        <a:solidFill>
          <a:srgbClr val="003062"/>
        </a:solid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2926079" y="1318261"/>
            <a:ext cx="52669500" cy="54864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7" name="Google Shape;87;p21"/>
          <p:cNvSpPr txBox="1"/>
          <p:nvPr>
            <p:ph idx="1" type="body"/>
          </p:nvPr>
        </p:nvSpPr>
        <p:spPr>
          <a:xfrm>
            <a:off x="2926079" y="7680962"/>
            <a:ext cx="52669500" cy="217245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8" name="Google Shape;88;p21"/>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3">
    <p:bg>
      <p:bgPr>
        <a:solidFill>
          <a:srgbClr val="003062"/>
        </a:solidFill>
      </p:bgPr>
    </p:bg>
    <p:spTree>
      <p:nvGrpSpPr>
        <p:cNvPr id="89" name="Shape 89"/>
        <p:cNvGrpSpPr/>
        <p:nvPr/>
      </p:nvGrpSpPr>
      <p:grpSpPr>
        <a:xfrm>
          <a:off x="0" y="0"/>
          <a:ext cx="0" cy="0"/>
          <a:chOff x="0" y="0"/>
          <a:chExt cx="0" cy="0"/>
        </a:xfrm>
      </p:grpSpPr>
      <p:sp>
        <p:nvSpPr>
          <p:cNvPr id="90" name="Google Shape;90;p22"/>
          <p:cNvSpPr txBox="1"/>
          <p:nvPr>
            <p:ph type="title"/>
          </p:nvPr>
        </p:nvSpPr>
        <p:spPr>
          <a:xfrm>
            <a:off x="4622802" y="21153120"/>
            <a:ext cx="49743300" cy="6537900"/>
          </a:xfrm>
          <a:prstGeom prst="rect">
            <a:avLst/>
          </a:prstGeom>
          <a:noFill/>
          <a:ln>
            <a:noFill/>
          </a:ln>
        </p:spPr>
        <p:txBody>
          <a:bodyPr anchorCtr="0" anchor="t" bIns="219450" lIns="219450" spcFirstLastPara="1" rIns="219450" wrap="square" tIns="219450">
            <a:noAutofit/>
          </a:bodyPr>
          <a:lstStyle>
            <a:lvl1pPr lvl="0" algn="l">
              <a:lnSpc>
                <a:spcPct val="100000"/>
              </a:lnSpc>
              <a:spcBef>
                <a:spcPts val="0"/>
              </a:spcBef>
              <a:spcAft>
                <a:spcPts val="0"/>
              </a:spcAft>
              <a:buClr>
                <a:srgbClr val="000000"/>
              </a:buClr>
              <a:buSzPts val="19200"/>
              <a:buFont typeface="Calibri"/>
              <a:buNone/>
              <a:defRPr b="1" sz="19200" cap="none">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1" name="Google Shape;91;p22"/>
          <p:cNvSpPr txBox="1"/>
          <p:nvPr>
            <p:ph idx="1" type="body"/>
          </p:nvPr>
        </p:nvSpPr>
        <p:spPr>
          <a:xfrm>
            <a:off x="4622802" y="13952223"/>
            <a:ext cx="49743300" cy="72009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300"/>
              </a:spcBef>
              <a:spcAft>
                <a:spcPts val="0"/>
              </a:spcAft>
              <a:buClr>
                <a:srgbClr val="888888"/>
              </a:buClr>
              <a:buSzPts val="9600"/>
              <a:buFont typeface="Calibri"/>
              <a:buNone/>
              <a:defRPr sz="9600">
                <a:solidFill>
                  <a:srgbClr val="888888"/>
                </a:solidFill>
              </a:defRPr>
            </a:lvl1pPr>
            <a:lvl2pPr indent="-228600" lvl="1" marL="914400" algn="l">
              <a:lnSpc>
                <a:spcPct val="100000"/>
              </a:lnSpc>
              <a:spcBef>
                <a:spcPts val="2300"/>
              </a:spcBef>
              <a:spcAft>
                <a:spcPts val="0"/>
              </a:spcAft>
              <a:buClr>
                <a:srgbClr val="888888"/>
              </a:buClr>
              <a:buSzPts val="9600"/>
              <a:buFont typeface="Calibri"/>
              <a:buNone/>
              <a:defRPr sz="9600">
                <a:solidFill>
                  <a:srgbClr val="888888"/>
                </a:solidFill>
              </a:defRPr>
            </a:lvl2pPr>
            <a:lvl3pPr indent="-228600" lvl="2" marL="1371600" algn="l">
              <a:lnSpc>
                <a:spcPct val="100000"/>
              </a:lnSpc>
              <a:spcBef>
                <a:spcPts val="2300"/>
              </a:spcBef>
              <a:spcAft>
                <a:spcPts val="0"/>
              </a:spcAft>
              <a:buClr>
                <a:srgbClr val="888888"/>
              </a:buClr>
              <a:buSzPts val="9600"/>
              <a:buFont typeface="Calibri"/>
              <a:buNone/>
              <a:defRPr sz="9600">
                <a:solidFill>
                  <a:srgbClr val="888888"/>
                </a:solidFill>
              </a:defRPr>
            </a:lvl3pPr>
            <a:lvl4pPr indent="-228600" lvl="3" marL="1828800" algn="l">
              <a:lnSpc>
                <a:spcPct val="100000"/>
              </a:lnSpc>
              <a:spcBef>
                <a:spcPts val="2300"/>
              </a:spcBef>
              <a:spcAft>
                <a:spcPts val="0"/>
              </a:spcAft>
              <a:buClr>
                <a:srgbClr val="888888"/>
              </a:buClr>
              <a:buSzPts val="9600"/>
              <a:buFont typeface="Calibri"/>
              <a:buNone/>
              <a:defRPr sz="9600">
                <a:solidFill>
                  <a:srgbClr val="888888"/>
                </a:solidFill>
              </a:defRPr>
            </a:lvl4pPr>
            <a:lvl5pPr indent="-228600" lvl="4" marL="2286000" algn="l">
              <a:lnSpc>
                <a:spcPct val="100000"/>
              </a:lnSpc>
              <a:spcBef>
                <a:spcPts val="2300"/>
              </a:spcBef>
              <a:spcAft>
                <a:spcPts val="0"/>
              </a:spcAft>
              <a:buClr>
                <a:srgbClr val="888888"/>
              </a:buClr>
              <a:buSzPts val="9600"/>
              <a:buFont typeface="Calibri"/>
              <a:buNone/>
              <a:defRPr sz="96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2" name="Google Shape;92;p22"/>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3">
    <p:bg>
      <p:bgPr>
        <a:solidFill>
          <a:srgbClr val="003062"/>
        </a:solidFill>
      </p:bgPr>
    </p:bg>
    <p:spTree>
      <p:nvGrpSpPr>
        <p:cNvPr id="93" name="Shape 93"/>
        <p:cNvGrpSpPr/>
        <p:nvPr/>
      </p:nvGrpSpPr>
      <p:grpSpPr>
        <a:xfrm>
          <a:off x="0" y="0"/>
          <a:ext cx="0" cy="0"/>
          <a:chOff x="0" y="0"/>
          <a:chExt cx="0" cy="0"/>
        </a:xfrm>
      </p:grpSpPr>
      <p:sp>
        <p:nvSpPr>
          <p:cNvPr id="94" name="Google Shape;94;p23"/>
          <p:cNvSpPr txBox="1"/>
          <p:nvPr>
            <p:ph type="title"/>
          </p:nvPr>
        </p:nvSpPr>
        <p:spPr>
          <a:xfrm>
            <a:off x="2926079" y="1318261"/>
            <a:ext cx="52669500" cy="54864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5" name="Google Shape;95;p23"/>
          <p:cNvSpPr txBox="1"/>
          <p:nvPr>
            <p:ph idx="1" type="body"/>
          </p:nvPr>
        </p:nvSpPr>
        <p:spPr>
          <a:xfrm>
            <a:off x="2926079" y="7680962"/>
            <a:ext cx="25847100" cy="21724500"/>
          </a:xfrm>
          <a:prstGeom prst="rect">
            <a:avLst/>
          </a:prstGeom>
          <a:noFill/>
          <a:ln>
            <a:noFill/>
          </a:ln>
        </p:spPr>
        <p:txBody>
          <a:bodyPr anchorCtr="0" anchor="t" bIns="219450" lIns="219450" spcFirstLastPara="1" rIns="219450" wrap="square" tIns="219450">
            <a:noAutofit/>
          </a:bodyPr>
          <a:lstStyle>
            <a:lvl1pPr indent="-342900" lvl="0" marL="457200" algn="l">
              <a:lnSpc>
                <a:spcPct val="100000"/>
              </a:lnSpc>
              <a:spcBef>
                <a:spcPts val="3200"/>
              </a:spcBef>
              <a:spcAft>
                <a:spcPts val="0"/>
              </a:spcAft>
              <a:buClr>
                <a:srgbClr val="000000"/>
              </a:buClr>
              <a:buSzPts val="1800"/>
              <a:buChar char="•"/>
              <a:defRPr/>
            </a:lvl1pPr>
            <a:lvl2pPr indent="-342900" lvl="1" marL="914400" algn="l">
              <a:lnSpc>
                <a:spcPct val="100000"/>
              </a:lnSpc>
              <a:spcBef>
                <a:spcPts val="3200"/>
              </a:spcBef>
              <a:spcAft>
                <a:spcPts val="0"/>
              </a:spcAft>
              <a:buClr>
                <a:srgbClr val="000000"/>
              </a:buClr>
              <a:buSzPts val="1800"/>
              <a:buChar char="–"/>
              <a:defRPr/>
            </a:lvl2pPr>
            <a:lvl3pPr indent="-342900" lvl="2" marL="1371600" algn="l">
              <a:lnSpc>
                <a:spcPct val="100000"/>
              </a:lnSpc>
              <a:spcBef>
                <a:spcPts val="3200"/>
              </a:spcBef>
              <a:spcAft>
                <a:spcPts val="0"/>
              </a:spcAft>
              <a:buClr>
                <a:srgbClr val="000000"/>
              </a:buClr>
              <a:buSzPts val="1800"/>
              <a:buChar char="•"/>
              <a:defRPr/>
            </a:lvl3pPr>
            <a:lvl4pPr indent="-342900" lvl="3" marL="1828800" algn="l">
              <a:lnSpc>
                <a:spcPct val="100000"/>
              </a:lnSpc>
              <a:spcBef>
                <a:spcPts val="3200"/>
              </a:spcBef>
              <a:spcAft>
                <a:spcPts val="0"/>
              </a:spcAft>
              <a:buClr>
                <a:srgbClr val="000000"/>
              </a:buClr>
              <a:buSzPts val="1800"/>
              <a:buChar char="–"/>
              <a:defRPr/>
            </a:lvl4pPr>
            <a:lvl5pPr indent="-342900" lvl="4" marL="2286000" algn="l">
              <a:lnSpc>
                <a:spcPct val="100000"/>
              </a:lnSpc>
              <a:spcBef>
                <a:spcPts val="32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6" name="Google Shape;96;p23"/>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3">
    <p:bg>
      <p:bgPr>
        <a:solidFill>
          <a:srgbClr val="003062"/>
        </a:solidFill>
      </p:bgPr>
    </p:bg>
    <p:spTree>
      <p:nvGrpSpPr>
        <p:cNvPr id="97" name="Shape 97"/>
        <p:cNvGrpSpPr/>
        <p:nvPr/>
      </p:nvGrpSpPr>
      <p:grpSpPr>
        <a:xfrm>
          <a:off x="0" y="0"/>
          <a:ext cx="0" cy="0"/>
          <a:chOff x="0" y="0"/>
          <a:chExt cx="0" cy="0"/>
        </a:xfrm>
      </p:grpSpPr>
      <p:sp>
        <p:nvSpPr>
          <p:cNvPr id="98" name="Google Shape;98;p24"/>
          <p:cNvSpPr txBox="1"/>
          <p:nvPr>
            <p:ph type="title"/>
          </p:nvPr>
        </p:nvSpPr>
        <p:spPr>
          <a:xfrm>
            <a:off x="2926079" y="1318261"/>
            <a:ext cx="52669500" cy="54864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9" name="Google Shape;99;p24"/>
          <p:cNvSpPr txBox="1"/>
          <p:nvPr>
            <p:ph idx="1" type="body"/>
          </p:nvPr>
        </p:nvSpPr>
        <p:spPr>
          <a:xfrm>
            <a:off x="2926079" y="7368541"/>
            <a:ext cx="25857300" cy="30708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700"/>
              </a:spcBef>
              <a:spcAft>
                <a:spcPts val="0"/>
              </a:spcAft>
              <a:buClr>
                <a:srgbClr val="000000"/>
              </a:buClr>
              <a:buSzPts val="11500"/>
              <a:buFont typeface="Calibri"/>
              <a:buNone/>
              <a:defRPr b="1" sz="11500"/>
            </a:lvl1pPr>
            <a:lvl2pPr indent="-228600" lvl="1" marL="914400" algn="l">
              <a:lnSpc>
                <a:spcPct val="100000"/>
              </a:lnSpc>
              <a:spcBef>
                <a:spcPts val="2700"/>
              </a:spcBef>
              <a:spcAft>
                <a:spcPts val="0"/>
              </a:spcAft>
              <a:buClr>
                <a:srgbClr val="000000"/>
              </a:buClr>
              <a:buSzPts val="11500"/>
              <a:buFont typeface="Calibri"/>
              <a:buNone/>
              <a:defRPr b="1" sz="11500"/>
            </a:lvl2pPr>
            <a:lvl3pPr indent="-228600" lvl="2" marL="1371600" algn="l">
              <a:lnSpc>
                <a:spcPct val="100000"/>
              </a:lnSpc>
              <a:spcBef>
                <a:spcPts val="2700"/>
              </a:spcBef>
              <a:spcAft>
                <a:spcPts val="0"/>
              </a:spcAft>
              <a:buClr>
                <a:srgbClr val="000000"/>
              </a:buClr>
              <a:buSzPts val="11500"/>
              <a:buFont typeface="Calibri"/>
              <a:buNone/>
              <a:defRPr b="1" sz="11500"/>
            </a:lvl3pPr>
            <a:lvl4pPr indent="-228600" lvl="3" marL="1828800" algn="l">
              <a:lnSpc>
                <a:spcPct val="100000"/>
              </a:lnSpc>
              <a:spcBef>
                <a:spcPts val="2700"/>
              </a:spcBef>
              <a:spcAft>
                <a:spcPts val="0"/>
              </a:spcAft>
              <a:buClr>
                <a:srgbClr val="000000"/>
              </a:buClr>
              <a:buSzPts val="11500"/>
              <a:buFont typeface="Calibri"/>
              <a:buNone/>
              <a:defRPr b="1" sz="11500"/>
            </a:lvl4pPr>
            <a:lvl5pPr indent="-228600" lvl="4" marL="2286000" algn="l">
              <a:lnSpc>
                <a:spcPct val="100000"/>
              </a:lnSpc>
              <a:spcBef>
                <a:spcPts val="27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0" name="Google Shape;100;p24"/>
          <p:cNvSpPr txBox="1"/>
          <p:nvPr>
            <p:ph idx="2" type="body"/>
          </p:nvPr>
        </p:nvSpPr>
        <p:spPr>
          <a:xfrm>
            <a:off x="29728163" y="7368541"/>
            <a:ext cx="25867500" cy="3070800"/>
          </a:xfrm>
          <a:prstGeom prst="rect">
            <a:avLst/>
          </a:prstGeom>
          <a:noFill/>
          <a:ln>
            <a:noFill/>
          </a:ln>
        </p:spPr>
        <p:txBody>
          <a:bodyPr anchorCtr="0" anchor="b"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1" name="Google Shape;101;p24"/>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bg>
      <p:bgPr>
        <a:solidFill>
          <a:srgbClr val="003062"/>
        </a:solidFill>
      </p:bgPr>
    </p:bg>
    <p:spTree>
      <p:nvGrpSpPr>
        <p:cNvPr id="102" name="Shape 102"/>
        <p:cNvGrpSpPr/>
        <p:nvPr/>
      </p:nvGrpSpPr>
      <p:grpSpPr>
        <a:xfrm>
          <a:off x="0" y="0"/>
          <a:ext cx="0" cy="0"/>
          <a:chOff x="0" y="0"/>
          <a:chExt cx="0" cy="0"/>
        </a:xfrm>
      </p:grpSpPr>
      <p:sp>
        <p:nvSpPr>
          <p:cNvPr id="103" name="Google Shape;103;p25"/>
          <p:cNvSpPr txBox="1"/>
          <p:nvPr>
            <p:ph type="title"/>
          </p:nvPr>
        </p:nvSpPr>
        <p:spPr>
          <a:xfrm>
            <a:off x="2926079" y="1318261"/>
            <a:ext cx="52669500" cy="54864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4" name="Google Shape;104;p25"/>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3">
    <p:bg>
      <p:bgPr>
        <a:solidFill>
          <a:srgbClr val="003062"/>
        </a:solidFill>
      </p:bgPr>
    </p:bg>
    <p:spTree>
      <p:nvGrpSpPr>
        <p:cNvPr id="105" name="Shape 105"/>
        <p:cNvGrpSpPr/>
        <p:nvPr/>
      </p:nvGrpSpPr>
      <p:grpSpPr>
        <a:xfrm>
          <a:off x="0" y="0"/>
          <a:ext cx="0" cy="0"/>
          <a:chOff x="0" y="0"/>
          <a:chExt cx="0" cy="0"/>
        </a:xfrm>
      </p:grpSpPr>
      <p:sp>
        <p:nvSpPr>
          <p:cNvPr id="106" name="Google Shape;106;p26"/>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3">
    <p:bg>
      <p:bgPr>
        <a:solidFill>
          <a:srgbClr val="003062"/>
        </a:solidFill>
      </p:bgPr>
    </p:bg>
    <p:spTree>
      <p:nvGrpSpPr>
        <p:cNvPr id="107" name="Shape 107"/>
        <p:cNvGrpSpPr/>
        <p:nvPr/>
      </p:nvGrpSpPr>
      <p:grpSpPr>
        <a:xfrm>
          <a:off x="0" y="0"/>
          <a:ext cx="0" cy="0"/>
          <a:chOff x="0" y="0"/>
          <a:chExt cx="0" cy="0"/>
        </a:xfrm>
      </p:grpSpPr>
      <p:sp>
        <p:nvSpPr>
          <p:cNvPr id="108" name="Google Shape;108;p27"/>
          <p:cNvSpPr txBox="1"/>
          <p:nvPr>
            <p:ph type="title"/>
          </p:nvPr>
        </p:nvSpPr>
        <p:spPr>
          <a:xfrm>
            <a:off x="2926084" y="1310639"/>
            <a:ext cx="19253100" cy="55779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9" name="Google Shape;109;p27"/>
          <p:cNvSpPr txBox="1"/>
          <p:nvPr>
            <p:ph idx="1" type="body"/>
          </p:nvPr>
        </p:nvSpPr>
        <p:spPr>
          <a:xfrm>
            <a:off x="22880319" y="1310642"/>
            <a:ext cx="32715300" cy="280950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0" name="Google Shape;110;p27"/>
          <p:cNvSpPr txBox="1"/>
          <p:nvPr>
            <p:ph idx="2" type="body"/>
          </p:nvPr>
        </p:nvSpPr>
        <p:spPr>
          <a:xfrm>
            <a:off x="2926084" y="6888481"/>
            <a:ext cx="19253100" cy="22517100"/>
          </a:xfrm>
          <a:prstGeom prst="rect">
            <a:avLst/>
          </a:prstGeom>
          <a:noFill/>
          <a:ln>
            <a:noFill/>
          </a:ln>
        </p:spPr>
        <p:txBody>
          <a:bodyPr anchorCtr="0" anchor="t"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1" name="Google Shape;111;p27"/>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3">
    <p:bg>
      <p:bgPr>
        <a:solidFill>
          <a:srgbClr val="003062"/>
        </a:solidFill>
      </p:bgPr>
    </p:bg>
    <p:spTree>
      <p:nvGrpSpPr>
        <p:cNvPr id="112" name="Shape 112"/>
        <p:cNvGrpSpPr/>
        <p:nvPr/>
      </p:nvGrpSpPr>
      <p:grpSpPr>
        <a:xfrm>
          <a:off x="0" y="0"/>
          <a:ext cx="0" cy="0"/>
          <a:chOff x="0" y="0"/>
          <a:chExt cx="0" cy="0"/>
        </a:xfrm>
      </p:grpSpPr>
      <p:sp>
        <p:nvSpPr>
          <p:cNvPr id="113" name="Google Shape;113;p28"/>
          <p:cNvSpPr txBox="1"/>
          <p:nvPr>
            <p:ph type="title"/>
          </p:nvPr>
        </p:nvSpPr>
        <p:spPr>
          <a:xfrm>
            <a:off x="11470642" y="23042880"/>
            <a:ext cx="35112900" cy="27204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4" name="Google Shape;114;p28"/>
          <p:cNvSpPr/>
          <p:nvPr>
            <p:ph idx="2" type="pic"/>
          </p:nvPr>
        </p:nvSpPr>
        <p:spPr>
          <a:xfrm>
            <a:off x="11470642" y="2941320"/>
            <a:ext cx="35112900" cy="19751100"/>
          </a:xfrm>
          <a:prstGeom prst="rect">
            <a:avLst/>
          </a:prstGeom>
          <a:noFill/>
          <a:ln>
            <a:noFill/>
          </a:ln>
        </p:spPr>
      </p:sp>
      <p:sp>
        <p:nvSpPr>
          <p:cNvPr id="115" name="Google Shape;115;p28"/>
          <p:cNvSpPr txBox="1"/>
          <p:nvPr>
            <p:ph idx="1" type="body"/>
          </p:nvPr>
        </p:nvSpPr>
        <p:spPr>
          <a:xfrm>
            <a:off x="11470642" y="25763220"/>
            <a:ext cx="35112900" cy="3863400"/>
          </a:xfrm>
          <a:prstGeom prst="rect">
            <a:avLst/>
          </a:prstGeom>
          <a:noFill/>
          <a:ln>
            <a:noFill/>
          </a:ln>
        </p:spPr>
        <p:txBody>
          <a:bodyPr anchorCtr="0" anchor="t" bIns="219450" lIns="219450" spcFirstLastPara="1" rIns="219450" wrap="square" tIns="219450">
            <a:noAutofit/>
          </a:bodyPr>
          <a:lstStyle>
            <a:lvl1pPr indent="-228600" lvl="0" marL="457200" algn="l">
              <a:lnSpc>
                <a:spcPct val="100000"/>
              </a:lnSpc>
              <a:spcBef>
                <a:spcPts val="1600"/>
              </a:spcBef>
              <a:spcAft>
                <a:spcPts val="0"/>
              </a:spcAft>
              <a:buClr>
                <a:srgbClr val="000000"/>
              </a:buClr>
              <a:buSzPts val="6700"/>
              <a:buFont typeface="Calibri"/>
              <a:buNone/>
              <a:defRPr sz="6700"/>
            </a:lvl1pPr>
            <a:lvl2pPr indent="-228600" lvl="1" marL="914400" algn="l">
              <a:lnSpc>
                <a:spcPct val="100000"/>
              </a:lnSpc>
              <a:spcBef>
                <a:spcPts val="1600"/>
              </a:spcBef>
              <a:spcAft>
                <a:spcPts val="0"/>
              </a:spcAft>
              <a:buClr>
                <a:srgbClr val="000000"/>
              </a:buClr>
              <a:buSzPts val="6700"/>
              <a:buFont typeface="Calibri"/>
              <a:buNone/>
              <a:defRPr sz="6700"/>
            </a:lvl2pPr>
            <a:lvl3pPr indent="-228600" lvl="2" marL="1371600" algn="l">
              <a:lnSpc>
                <a:spcPct val="100000"/>
              </a:lnSpc>
              <a:spcBef>
                <a:spcPts val="1600"/>
              </a:spcBef>
              <a:spcAft>
                <a:spcPts val="0"/>
              </a:spcAft>
              <a:buClr>
                <a:srgbClr val="000000"/>
              </a:buClr>
              <a:buSzPts val="6700"/>
              <a:buFont typeface="Calibri"/>
              <a:buNone/>
              <a:defRPr sz="6700"/>
            </a:lvl3pPr>
            <a:lvl4pPr indent="-228600" lvl="3" marL="1828800" algn="l">
              <a:lnSpc>
                <a:spcPct val="100000"/>
              </a:lnSpc>
              <a:spcBef>
                <a:spcPts val="1600"/>
              </a:spcBef>
              <a:spcAft>
                <a:spcPts val="0"/>
              </a:spcAft>
              <a:buClr>
                <a:srgbClr val="000000"/>
              </a:buClr>
              <a:buSzPts val="6700"/>
              <a:buFont typeface="Calibri"/>
              <a:buNone/>
              <a:defRPr sz="6700"/>
            </a:lvl4pPr>
            <a:lvl5pPr indent="-228600" lvl="4" marL="2286000" algn="l">
              <a:lnSpc>
                <a:spcPct val="100000"/>
              </a:lnSpc>
              <a:spcBef>
                <a:spcPts val="1600"/>
              </a:spcBef>
              <a:spcAft>
                <a:spcPts val="0"/>
              </a:spcAft>
              <a:buClr>
                <a:srgbClr val="000000"/>
              </a:buClr>
              <a:buSzPts val="6700"/>
              <a:buFont typeface="Calibri"/>
              <a:buNone/>
              <a:defRPr sz="67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6" name="Google Shape;116;p28"/>
          <p:cNvSpPr txBox="1"/>
          <p:nvPr>
            <p:ph idx="12" type="sldNum"/>
          </p:nvPr>
        </p:nvSpPr>
        <p:spPr>
          <a:xfrm>
            <a:off x="54175330" y="30716475"/>
            <a:ext cx="1420200" cy="1340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17" name="Shape 117"/>
        <p:cNvGrpSpPr/>
        <p:nvPr/>
      </p:nvGrpSpPr>
      <p:grpSpPr>
        <a:xfrm>
          <a:off x="0" y="0"/>
          <a:ext cx="0" cy="0"/>
          <a:chOff x="0" y="0"/>
          <a:chExt cx="0" cy="0"/>
        </a:xfrm>
      </p:grpSpPr>
      <p:sp>
        <p:nvSpPr>
          <p:cNvPr id="118" name="Google Shape;118;p29"/>
          <p:cNvSpPr txBox="1"/>
          <p:nvPr>
            <p:ph type="title"/>
          </p:nvPr>
        </p:nvSpPr>
        <p:spPr>
          <a:xfrm>
            <a:off x="4023360" y="1752607"/>
            <a:ext cx="50475000" cy="6362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90000"/>
              </a:lnSpc>
              <a:spcBef>
                <a:spcPts val="0"/>
              </a:spcBef>
              <a:spcAft>
                <a:spcPts val="0"/>
              </a:spcAft>
              <a:buSzPts val="21100"/>
              <a:buNone/>
              <a:defRPr/>
            </a:lvl2pPr>
            <a:lvl3pPr lvl="2" algn="l">
              <a:lnSpc>
                <a:spcPct val="90000"/>
              </a:lnSpc>
              <a:spcBef>
                <a:spcPts val="0"/>
              </a:spcBef>
              <a:spcAft>
                <a:spcPts val="0"/>
              </a:spcAft>
              <a:buSzPts val="21100"/>
              <a:buNone/>
              <a:defRPr/>
            </a:lvl3pPr>
            <a:lvl4pPr lvl="3" algn="l">
              <a:lnSpc>
                <a:spcPct val="90000"/>
              </a:lnSpc>
              <a:spcBef>
                <a:spcPts val="0"/>
              </a:spcBef>
              <a:spcAft>
                <a:spcPts val="0"/>
              </a:spcAft>
              <a:buSzPts val="21100"/>
              <a:buNone/>
              <a:defRPr/>
            </a:lvl4pPr>
            <a:lvl5pPr lvl="4" algn="l">
              <a:lnSpc>
                <a:spcPct val="90000"/>
              </a:lnSpc>
              <a:spcBef>
                <a:spcPts val="0"/>
              </a:spcBef>
              <a:spcAft>
                <a:spcPts val="0"/>
              </a:spcAft>
              <a:buSzPts val="21100"/>
              <a:buNone/>
              <a:defRPr/>
            </a:lvl5pPr>
            <a:lvl6pPr lvl="5" algn="l">
              <a:lnSpc>
                <a:spcPct val="90000"/>
              </a:lnSpc>
              <a:spcBef>
                <a:spcPts val="0"/>
              </a:spcBef>
              <a:spcAft>
                <a:spcPts val="0"/>
              </a:spcAft>
              <a:buSzPts val="21100"/>
              <a:buNone/>
              <a:defRPr/>
            </a:lvl6pPr>
            <a:lvl7pPr lvl="6" algn="l">
              <a:lnSpc>
                <a:spcPct val="90000"/>
              </a:lnSpc>
              <a:spcBef>
                <a:spcPts val="0"/>
              </a:spcBef>
              <a:spcAft>
                <a:spcPts val="0"/>
              </a:spcAft>
              <a:buSzPts val="21100"/>
              <a:buNone/>
              <a:defRPr/>
            </a:lvl7pPr>
            <a:lvl8pPr lvl="7" algn="l">
              <a:lnSpc>
                <a:spcPct val="90000"/>
              </a:lnSpc>
              <a:spcBef>
                <a:spcPts val="0"/>
              </a:spcBef>
              <a:spcAft>
                <a:spcPts val="0"/>
              </a:spcAft>
              <a:buSzPts val="21100"/>
              <a:buNone/>
              <a:defRPr/>
            </a:lvl8pPr>
            <a:lvl9pPr lvl="8" algn="l">
              <a:lnSpc>
                <a:spcPct val="90000"/>
              </a:lnSpc>
              <a:spcBef>
                <a:spcPts val="0"/>
              </a:spcBef>
              <a:spcAft>
                <a:spcPts val="0"/>
              </a:spcAft>
              <a:buSzPts val="21100"/>
              <a:buNone/>
              <a:defRPr/>
            </a:lvl9pPr>
          </a:lstStyle>
          <a:p/>
        </p:txBody>
      </p:sp>
      <p:sp>
        <p:nvSpPr>
          <p:cNvPr id="119" name="Google Shape;119;p29"/>
          <p:cNvSpPr txBox="1"/>
          <p:nvPr>
            <p:ph idx="1" type="body"/>
          </p:nvPr>
        </p:nvSpPr>
        <p:spPr>
          <a:xfrm>
            <a:off x="4023360" y="8763000"/>
            <a:ext cx="50475000" cy="2088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120" name="Google Shape;120;p29"/>
          <p:cNvSpPr txBox="1"/>
          <p:nvPr>
            <p:ph idx="10" type="dt"/>
          </p:nvPr>
        </p:nvSpPr>
        <p:spPr>
          <a:xfrm>
            <a:off x="4023360" y="30510488"/>
            <a:ext cx="13167300" cy="1752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1" name="Google Shape;121;p29"/>
          <p:cNvSpPr txBox="1"/>
          <p:nvPr>
            <p:ph idx="11" type="ftr"/>
          </p:nvPr>
        </p:nvSpPr>
        <p:spPr>
          <a:xfrm>
            <a:off x="19385280" y="30510488"/>
            <a:ext cx="19751100" cy="17526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2" name="Google Shape;122;p29"/>
          <p:cNvSpPr txBox="1"/>
          <p:nvPr>
            <p:ph idx="12" type="sldNum"/>
          </p:nvPr>
        </p:nvSpPr>
        <p:spPr>
          <a:xfrm>
            <a:off x="41330881" y="30510488"/>
            <a:ext cx="13167300" cy="1752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023359" y="1752606"/>
            <a:ext cx="50475000" cy="6362700"/>
          </a:xfrm>
          <a:prstGeom prst="rect">
            <a:avLst/>
          </a:prstGeom>
          <a:noFill/>
          <a:ln>
            <a:noFill/>
          </a:ln>
        </p:spPr>
        <p:txBody>
          <a:bodyPr anchorCtr="0" anchor="ctr" bIns="45700" lIns="45700" spcFirstLastPara="1" rIns="45700" wrap="square" tIns="45700">
            <a:noAutofit/>
          </a:bodyPr>
          <a:lstStyle>
            <a:lvl1pPr lvl="0"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4023359" y="8763000"/>
            <a:ext cx="50475000" cy="20886300"/>
          </a:xfrm>
          <a:prstGeom prst="rect">
            <a:avLst/>
          </a:prstGeom>
          <a:noFill/>
          <a:ln>
            <a:noFill/>
          </a:ln>
        </p:spPr>
        <p:txBody>
          <a:bodyPr anchorCtr="0" anchor="t" bIns="45700" lIns="45700" spcFirstLastPara="1" rIns="45700" wrap="square" tIns="45700">
            <a:noAutofit/>
          </a:bodyPr>
          <a:lstStyle>
            <a:lvl1pPr indent="-1079500" lvl="0" marL="457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1pPr>
            <a:lvl2pPr indent="-1079500" lvl="1" marL="914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2pPr>
            <a:lvl3pPr indent="-1079500" lvl="2" marL="1371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3pPr>
            <a:lvl4pPr indent="-1079500" lvl="3" marL="1828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4pPr>
            <a:lvl5pPr indent="-1079500" lvl="4" marL="22860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5pPr>
            <a:lvl6pPr indent="-1079500" lvl="5" marL="2743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6pPr>
            <a:lvl7pPr indent="-1079500" lvl="6" marL="3200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7pPr>
            <a:lvl8pPr indent="-1079500" lvl="7" marL="3657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8pPr>
            <a:lvl9pPr indent="-1079500" lvl="8" marL="4114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53505130" y="30902919"/>
            <a:ext cx="993000" cy="967800"/>
          </a:xfrm>
          <a:prstGeom prst="rect">
            <a:avLst/>
          </a:prstGeom>
          <a:noFill/>
          <a:ln>
            <a:noFill/>
          </a:ln>
        </p:spPr>
        <p:txBody>
          <a:bodyPr anchorCtr="0" anchor="ctr" bIns="45700" lIns="45700" spcFirstLastPara="1" rIns="45700" wrap="square" tIns="45700">
            <a:noAutofit/>
          </a:bodyPr>
          <a:lstStyle>
            <a:lvl1pPr indent="0" lvl="0"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 name="Shape 126"/>
        <p:cNvGrpSpPr/>
        <p:nvPr/>
      </p:nvGrpSpPr>
      <p:grpSpPr>
        <a:xfrm>
          <a:off x="0" y="0"/>
          <a:ext cx="0" cy="0"/>
          <a:chOff x="0" y="0"/>
          <a:chExt cx="0" cy="0"/>
        </a:xfrm>
      </p:grpSpPr>
      <p:sp>
        <p:nvSpPr>
          <p:cNvPr id="127" name="Google Shape;127;p30"/>
          <p:cNvSpPr/>
          <p:nvPr/>
        </p:nvSpPr>
        <p:spPr>
          <a:xfrm>
            <a:off x="40712450" y="31816750"/>
            <a:ext cx="17116800" cy="630600"/>
          </a:xfrm>
          <a:prstGeom prst="rect">
            <a:avLst/>
          </a:prstGeom>
          <a:solidFill>
            <a:srgbClr val="147FA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8" name="Google Shape;128;p30"/>
          <p:cNvSpPr/>
          <p:nvPr/>
        </p:nvSpPr>
        <p:spPr>
          <a:xfrm>
            <a:off x="0" y="-59200"/>
            <a:ext cx="58521600" cy="6306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 name="Google Shape;129;p30"/>
          <p:cNvSpPr/>
          <p:nvPr/>
        </p:nvSpPr>
        <p:spPr>
          <a:xfrm>
            <a:off x="-193863" y="32347063"/>
            <a:ext cx="58909200" cy="6306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 name="Google Shape;130;p30"/>
          <p:cNvSpPr/>
          <p:nvPr/>
        </p:nvSpPr>
        <p:spPr>
          <a:xfrm rot="-5400000">
            <a:off x="-16344263" y="16040678"/>
            <a:ext cx="33255300" cy="7491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30"/>
          <p:cNvSpPr/>
          <p:nvPr/>
        </p:nvSpPr>
        <p:spPr>
          <a:xfrm rot="-5400000">
            <a:off x="41580404" y="16040678"/>
            <a:ext cx="33255300" cy="7491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2" name="Google Shape;132;p30"/>
          <p:cNvSpPr/>
          <p:nvPr/>
        </p:nvSpPr>
        <p:spPr>
          <a:xfrm rot="-5400000">
            <a:off x="39569746" y="3617002"/>
            <a:ext cx="7983000" cy="7491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30"/>
          <p:cNvSpPr txBox="1"/>
          <p:nvPr/>
        </p:nvSpPr>
        <p:spPr>
          <a:xfrm>
            <a:off x="44394120" y="1024128"/>
            <a:ext cx="12984600" cy="6309300"/>
          </a:xfrm>
          <a:prstGeom prst="rect">
            <a:avLst/>
          </a:prstGeom>
          <a:solidFill>
            <a:srgbClr val="90DCF4">
              <a:alpha val="70196"/>
            </a:srgbClr>
          </a:solidFill>
          <a:ln>
            <a:noFill/>
          </a:ln>
        </p:spPr>
        <p:txBody>
          <a:bodyPr anchorCtr="0" anchor="t" bIns="45700" lIns="45700" spcFirstLastPara="1" rIns="45700" wrap="square" tIns="45700">
            <a:normAutofit lnSpcReduction="20000"/>
          </a:bodyPr>
          <a:lstStyle/>
          <a:p>
            <a:pPr indent="0" lvl="0" marL="0" marR="0" rtl="0" algn="l">
              <a:lnSpc>
                <a:spcPct val="100000"/>
              </a:lnSpc>
              <a:spcBef>
                <a:spcPts val="0"/>
              </a:spcBef>
              <a:spcAft>
                <a:spcPts val="0"/>
              </a:spcAft>
              <a:buClr>
                <a:srgbClr val="000000"/>
              </a:buClr>
              <a:buSzPts val="7500"/>
              <a:buFont typeface="Arial"/>
              <a:buNone/>
            </a:pPr>
            <a:r>
              <a:rPr b="1" i="0" lang="en-US" sz="7500" u="none" cap="none" strike="noStrike">
                <a:solidFill>
                  <a:srgbClr val="000000"/>
                </a:solidFill>
                <a:latin typeface="Roboto"/>
                <a:ea typeface="Roboto"/>
                <a:cs typeface="Roboto"/>
                <a:sym typeface="Roboto"/>
              </a:rPr>
              <a:t>Highlights</a:t>
            </a:r>
            <a:endParaRPr i="0" sz="7500" u="none" cap="none" strike="noStrike">
              <a:solidFill>
                <a:srgbClr val="000000"/>
              </a:solidFill>
              <a:latin typeface="Roboto"/>
              <a:ea typeface="Roboto"/>
              <a:cs typeface="Roboto"/>
              <a:sym typeface="Roboto"/>
            </a:endParaRPr>
          </a:p>
          <a:p>
            <a:pPr indent="-514350" lvl="0" marL="457200" marR="0" rtl="0" algn="l">
              <a:lnSpc>
                <a:spcPct val="100000"/>
              </a:lnSpc>
              <a:spcBef>
                <a:spcPts val="100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Understanding Artificial Intelligence, in this context Salary, can help individuals maximize statistics to gain the highest Salary of a job.</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It’s very important considering balance between complexity, interpretability, and fairness.</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By Cleaning up our data, we may have potentially added bias. Still, with Rating and Age affecting our dataset, as well as analyzing relationships between the degree and salary.</a:t>
            </a:r>
            <a:endParaRPr i="0" sz="4500" u="none" cap="none" strike="noStrike">
              <a:solidFill>
                <a:srgbClr val="000000"/>
              </a:solidFill>
              <a:latin typeface="Roboto"/>
              <a:ea typeface="Roboto"/>
              <a:cs typeface="Roboto"/>
              <a:sym typeface="Roboto"/>
            </a:endParaRPr>
          </a:p>
        </p:txBody>
      </p:sp>
      <p:sp>
        <p:nvSpPr>
          <p:cNvPr id="134" name="Google Shape;134;p30"/>
          <p:cNvSpPr txBox="1"/>
          <p:nvPr/>
        </p:nvSpPr>
        <p:spPr>
          <a:xfrm>
            <a:off x="39310050" y="22501650"/>
            <a:ext cx="18022800" cy="3110700"/>
          </a:xfrm>
          <a:prstGeom prst="rect">
            <a:avLst/>
          </a:prstGeom>
          <a:solidFill>
            <a:srgbClr val="90DCF4">
              <a:alpha val="70196"/>
            </a:srgbClr>
          </a:solidFill>
          <a:ln>
            <a:noFill/>
          </a:ln>
        </p:spPr>
        <p:txBody>
          <a:bodyPr anchorCtr="0" anchor="t" bIns="45700" lIns="45700" spcFirstLastPara="1" rIns="45700" wrap="square" tIns="45700">
            <a:normAutofit/>
          </a:bodyPr>
          <a:lstStyle/>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Accuracy is around 75%, which isn’t the best, but with a longer dataset it would be more accurate.</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As Age increases and the Rating of the company increases (Years of Experience &amp; Rating go up).</a:t>
            </a:r>
            <a:endParaRPr i="0" sz="4500" u="none" cap="none" strike="noStrike">
              <a:solidFill>
                <a:srgbClr val="000000"/>
              </a:solidFill>
              <a:latin typeface="Roboto"/>
              <a:ea typeface="Roboto"/>
              <a:cs typeface="Roboto"/>
              <a:sym typeface="Roboto"/>
            </a:endParaRPr>
          </a:p>
        </p:txBody>
      </p:sp>
      <p:sp>
        <p:nvSpPr>
          <p:cNvPr id="135" name="Google Shape;135;p30"/>
          <p:cNvSpPr/>
          <p:nvPr/>
        </p:nvSpPr>
        <p:spPr>
          <a:xfrm>
            <a:off x="0" y="7808976"/>
            <a:ext cx="58183800" cy="6306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 name="Google Shape;136;p30"/>
          <p:cNvSpPr txBox="1"/>
          <p:nvPr>
            <p:ph type="title"/>
          </p:nvPr>
        </p:nvSpPr>
        <p:spPr>
          <a:xfrm>
            <a:off x="1645925" y="1622575"/>
            <a:ext cx="40699800" cy="4670700"/>
          </a:xfrm>
          <a:prstGeom prst="rect">
            <a:avLst/>
          </a:prstGeom>
          <a:solidFill>
            <a:srgbClr val="90DCF4">
              <a:alpha val="70196"/>
            </a:srgbClr>
          </a:solidFill>
          <a:ln>
            <a:noFill/>
          </a:ln>
        </p:spPr>
        <p:txBody>
          <a:bodyPr anchorCtr="0" anchor="t" bIns="45700" lIns="45700" spcFirstLastPara="1" rIns="45700"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12000">
                <a:solidFill>
                  <a:srgbClr val="000000"/>
                </a:solidFill>
                <a:latin typeface="Roboto"/>
                <a:ea typeface="Roboto"/>
                <a:cs typeface="Roboto"/>
                <a:sym typeface="Roboto"/>
              </a:rPr>
              <a:t>Bias &amp; Variance Analysis in Employee Salaries</a:t>
            </a:r>
            <a:endParaRPr b="1" sz="12000">
              <a:solidFill>
                <a:srgbClr val="000000"/>
              </a:solidFill>
              <a:latin typeface="Roboto"/>
              <a:ea typeface="Roboto"/>
              <a:cs typeface="Roboto"/>
              <a:sym typeface="Roboto"/>
            </a:endParaRPr>
          </a:p>
        </p:txBody>
      </p:sp>
      <p:cxnSp>
        <p:nvCxnSpPr>
          <p:cNvPr id="137" name="Google Shape;137;p30"/>
          <p:cNvCxnSpPr/>
          <p:nvPr/>
        </p:nvCxnSpPr>
        <p:spPr>
          <a:xfrm flipH="1" rot="10800000">
            <a:off x="2310860" y="5844983"/>
            <a:ext cx="34731000" cy="76500"/>
          </a:xfrm>
          <a:prstGeom prst="straightConnector1">
            <a:avLst/>
          </a:prstGeom>
          <a:noFill/>
          <a:ln cap="flat" cmpd="sng" w="76200">
            <a:solidFill>
              <a:schemeClr val="dk1"/>
            </a:solidFill>
            <a:prstDash val="solid"/>
            <a:miter lim="400000"/>
            <a:headEnd len="sm" w="sm" type="none"/>
            <a:tailEnd len="sm" w="sm" type="none"/>
          </a:ln>
        </p:spPr>
      </p:cxnSp>
      <p:sp>
        <p:nvSpPr>
          <p:cNvPr id="138" name="Google Shape;138;p30"/>
          <p:cNvSpPr txBox="1"/>
          <p:nvPr/>
        </p:nvSpPr>
        <p:spPr>
          <a:xfrm>
            <a:off x="1188720" y="18498312"/>
            <a:ext cx="17483400" cy="3914700"/>
          </a:xfrm>
          <a:prstGeom prst="rect">
            <a:avLst/>
          </a:prstGeom>
          <a:solidFill>
            <a:srgbClr val="90DCF4">
              <a:alpha val="70196"/>
            </a:srgbClr>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2C365E"/>
              </a:buClr>
              <a:buSzPts val="6000"/>
              <a:buFont typeface="Arial"/>
              <a:buNone/>
            </a:pPr>
            <a:r>
              <a:rPr b="1" i="0" lang="en-US" sz="6000" u="none" cap="none" strike="noStrike">
                <a:solidFill>
                  <a:srgbClr val="000000"/>
                </a:solidFill>
                <a:latin typeface="Roboto"/>
                <a:ea typeface="Roboto"/>
                <a:cs typeface="Roboto"/>
                <a:sym typeface="Roboto"/>
              </a:rPr>
              <a:t>Data</a:t>
            </a:r>
            <a:endParaRPr i="0" sz="6000" u="none" cap="none" strike="noStrike">
              <a:solidFill>
                <a:srgbClr val="000000"/>
              </a:solidFill>
              <a:latin typeface="Roboto"/>
              <a:ea typeface="Roboto"/>
              <a:cs typeface="Roboto"/>
              <a:sym typeface="Roboto"/>
            </a:endParaRPr>
          </a:p>
          <a:p>
            <a:pPr indent="-514350" lvl="0" marL="457200" marR="0" rtl="0" algn="l">
              <a:lnSpc>
                <a:spcPct val="100000"/>
              </a:lnSpc>
              <a:spcBef>
                <a:spcPts val="100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The new dataset “data_cleaned_2021.csv” provides us way more information, but also has null values we must clean.</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We are interested to find the easiest to work with, so Rating, Age, Salary, Seniority Status, Type of Company, etc.</a:t>
            </a:r>
            <a:endParaRPr i="0" sz="4500" u="none" cap="none" strike="noStrike">
              <a:solidFill>
                <a:srgbClr val="000000"/>
              </a:solidFill>
              <a:latin typeface="Roboto"/>
              <a:ea typeface="Roboto"/>
              <a:cs typeface="Roboto"/>
              <a:sym typeface="Roboto"/>
            </a:endParaRPr>
          </a:p>
        </p:txBody>
      </p:sp>
      <p:sp>
        <p:nvSpPr>
          <p:cNvPr id="139" name="Google Shape;139;p30"/>
          <p:cNvSpPr txBox="1"/>
          <p:nvPr/>
        </p:nvSpPr>
        <p:spPr>
          <a:xfrm>
            <a:off x="20317968" y="8897100"/>
            <a:ext cx="17328000" cy="7379100"/>
          </a:xfrm>
          <a:prstGeom prst="rect">
            <a:avLst/>
          </a:prstGeom>
          <a:solidFill>
            <a:srgbClr val="90DCF4">
              <a:alpha val="70196"/>
            </a:srgbClr>
          </a:solidFill>
          <a:ln>
            <a:noFill/>
          </a:ln>
        </p:spPr>
        <p:txBody>
          <a:bodyPr anchorCtr="0" anchor="t" bIns="45700" lIns="45700" spcFirstLastPara="1" rIns="45700" wrap="square" tIns="45700">
            <a:normAutofit lnSpcReduction="10000"/>
          </a:bodyPr>
          <a:lstStyle/>
          <a:p>
            <a:pPr indent="0" lvl="0" marL="0" marR="0" rtl="0" algn="l">
              <a:lnSpc>
                <a:spcPct val="100000"/>
              </a:lnSpc>
              <a:spcBef>
                <a:spcPts val="0"/>
              </a:spcBef>
              <a:spcAft>
                <a:spcPts val="0"/>
              </a:spcAft>
              <a:buClr>
                <a:srgbClr val="2C365E"/>
              </a:buClr>
              <a:buSzPts val="6000"/>
              <a:buFont typeface="Arial"/>
              <a:buNone/>
            </a:pPr>
            <a:r>
              <a:rPr b="1" i="0" lang="en-US" sz="6000" u="none" cap="none" strike="noStrike">
                <a:solidFill>
                  <a:srgbClr val="000000"/>
                </a:solidFill>
                <a:latin typeface="Roboto"/>
                <a:ea typeface="Roboto"/>
                <a:cs typeface="Roboto"/>
                <a:sym typeface="Roboto"/>
              </a:rPr>
              <a:t>Model</a:t>
            </a:r>
            <a:endParaRPr i="0" sz="3600" u="none" cap="none" strike="noStrike">
              <a:solidFill>
                <a:srgbClr val="000000"/>
              </a:solidFill>
              <a:latin typeface="Roboto"/>
              <a:ea typeface="Roboto"/>
              <a:cs typeface="Roboto"/>
              <a:sym typeface="Roboto"/>
            </a:endParaRPr>
          </a:p>
          <a:p>
            <a:pPr indent="-514350" lvl="0" marL="457200" marR="0" rtl="0" algn="l">
              <a:lnSpc>
                <a:spcPct val="100000"/>
              </a:lnSpc>
              <a:spcBef>
                <a:spcPts val="100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We chose to look at linear relationships for our simple dataset, but still used Decision Trees and Linear Regression to understand the relationship of our data, allowing for up to 3 variables to be interpolated and have values found for them.</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We are going to use an entropy-based algorithm that creates a decision tree. This Decision Tree is highly Complicated and long, and gives us limited information.</a:t>
            </a:r>
            <a:endParaRPr i="0" sz="4500" u="none" cap="none" strike="noStrike">
              <a:solidFill>
                <a:srgbClr val="000000"/>
              </a:solidFill>
              <a:latin typeface="Roboto"/>
              <a:ea typeface="Roboto"/>
              <a:cs typeface="Roboto"/>
              <a:sym typeface="Roboto"/>
            </a:endParaRPr>
          </a:p>
          <a:p>
            <a:pPr indent="0" lvl="0" marL="0" marR="0" rtl="0" algn="l">
              <a:lnSpc>
                <a:spcPct val="100000"/>
              </a:lnSpc>
              <a:spcBef>
                <a:spcPts val="2400"/>
              </a:spcBef>
              <a:spcAft>
                <a:spcPts val="0"/>
              </a:spcAft>
              <a:buClr>
                <a:schemeClr val="dk1"/>
              </a:buClr>
              <a:buSzPts val="1100"/>
              <a:buFont typeface="Arial"/>
              <a:buNone/>
            </a:pPr>
            <a:r>
              <a:t/>
            </a:r>
            <a:endParaRPr i="0" sz="4000" u="none" cap="none" strike="noStrike">
              <a:solidFill>
                <a:srgbClr val="000000"/>
              </a:solidFill>
              <a:latin typeface="Roboto"/>
              <a:ea typeface="Roboto"/>
              <a:cs typeface="Roboto"/>
              <a:sym typeface="Roboto"/>
            </a:endParaRPr>
          </a:p>
          <a:p>
            <a:pPr indent="0" lvl="0" marL="0" marR="0" rtl="0" algn="l">
              <a:lnSpc>
                <a:spcPct val="100000"/>
              </a:lnSpc>
              <a:spcBef>
                <a:spcPts val="2400"/>
              </a:spcBef>
              <a:spcAft>
                <a:spcPts val="0"/>
              </a:spcAft>
              <a:buClr>
                <a:schemeClr val="dk1"/>
              </a:buClr>
              <a:buSzPts val="1100"/>
              <a:buFont typeface="Arial"/>
              <a:buNone/>
            </a:pPr>
            <a:r>
              <a:t/>
            </a:r>
            <a:endParaRPr i="0" sz="3600" u="none" cap="none" strike="noStrike">
              <a:solidFill>
                <a:srgbClr val="000000"/>
              </a:solidFill>
              <a:latin typeface="Roboto"/>
              <a:ea typeface="Roboto"/>
              <a:cs typeface="Roboto"/>
              <a:sym typeface="Roboto"/>
            </a:endParaRPr>
          </a:p>
        </p:txBody>
      </p:sp>
      <p:sp>
        <p:nvSpPr>
          <p:cNvPr id="140" name="Google Shape;140;p30"/>
          <p:cNvSpPr txBox="1"/>
          <p:nvPr/>
        </p:nvSpPr>
        <p:spPr>
          <a:xfrm>
            <a:off x="1188720" y="8897112"/>
            <a:ext cx="17483400" cy="9144000"/>
          </a:xfrm>
          <a:prstGeom prst="rect">
            <a:avLst/>
          </a:prstGeom>
          <a:solidFill>
            <a:srgbClr val="90DCF4">
              <a:alpha val="70196"/>
            </a:srgbClr>
          </a:solid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5775"/>
              <a:buFont typeface="Arial"/>
              <a:buNone/>
            </a:pPr>
            <a:r>
              <a:rPr b="1" i="0" lang="en-US" sz="6000" u="none" cap="none" strike="noStrike">
                <a:solidFill>
                  <a:schemeClr val="dk1"/>
                </a:solidFill>
                <a:latin typeface="Roboto"/>
                <a:ea typeface="Roboto"/>
                <a:cs typeface="Roboto"/>
                <a:sym typeface="Roboto"/>
              </a:rPr>
              <a:t>Background</a:t>
            </a:r>
            <a:endParaRPr i="0" sz="6000" u="none" cap="none" strike="noStrike">
              <a:solidFill>
                <a:schemeClr val="dk1"/>
              </a:solidFill>
              <a:latin typeface="Roboto"/>
              <a:ea typeface="Roboto"/>
              <a:cs typeface="Roboto"/>
              <a:sym typeface="Roboto"/>
            </a:endParaRPr>
          </a:p>
          <a:p>
            <a:pPr indent="-514350" lvl="0" marL="457200" marR="0" rtl="0" algn="l">
              <a:lnSpc>
                <a:spcPct val="100000"/>
              </a:lnSpc>
              <a:spcBef>
                <a:spcPts val="230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The term "artificial intelligence bias" describes the way human stereotypes or presumptions can be observed in algorithms.</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When an algorithm consistently produces misrepresentative data due to inaccurate presumptions made during the machine learning process, it can become a huge problem.</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At first our proposed algorithm was based on detecting fraudulent data and locating nefarious attacks, creating bias in datasets and showing vulnerabilities in our Machine Model</a:t>
            </a:r>
            <a:r>
              <a:rPr lang="en-US" sz="4500">
                <a:solidFill>
                  <a:schemeClr val="dk1"/>
                </a:solidFill>
                <a:latin typeface="Roboto"/>
                <a:ea typeface="Roboto"/>
                <a:cs typeface="Roboto"/>
                <a:sym typeface="Roboto"/>
              </a:rPr>
              <a:t>.</a:t>
            </a:r>
            <a:endParaRPr i="0" sz="4500" u="none" cap="none" strike="noStrike">
              <a:solidFill>
                <a:schemeClr val="dk1"/>
              </a:solidFill>
              <a:latin typeface="Roboto"/>
              <a:ea typeface="Roboto"/>
              <a:cs typeface="Roboto"/>
              <a:sym typeface="Roboto"/>
            </a:endParaRPr>
          </a:p>
        </p:txBody>
      </p:sp>
      <p:sp>
        <p:nvSpPr>
          <p:cNvPr id="141" name="Google Shape;141;p30"/>
          <p:cNvSpPr/>
          <p:nvPr/>
        </p:nvSpPr>
        <p:spPr>
          <a:xfrm rot="-5400000">
            <a:off x="7289050" y="20071975"/>
            <a:ext cx="24393600" cy="749100"/>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2" name="Google Shape;142;p30"/>
          <p:cNvSpPr txBox="1"/>
          <p:nvPr/>
        </p:nvSpPr>
        <p:spPr>
          <a:xfrm>
            <a:off x="39310056" y="8897100"/>
            <a:ext cx="18022800" cy="7379100"/>
          </a:xfrm>
          <a:prstGeom prst="rect">
            <a:avLst/>
          </a:prstGeom>
          <a:solidFill>
            <a:srgbClr val="90DCF4">
              <a:alpha val="70196"/>
            </a:srgbClr>
          </a:solid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6000"/>
              <a:buFont typeface="Arial"/>
              <a:buNone/>
            </a:pPr>
            <a:r>
              <a:rPr b="1" i="0" lang="en-US" sz="6000" u="none" cap="none" strike="noStrike">
                <a:solidFill>
                  <a:srgbClr val="000000"/>
                </a:solidFill>
                <a:latin typeface="Roboto"/>
                <a:ea typeface="Roboto"/>
                <a:cs typeface="Roboto"/>
                <a:sym typeface="Roboto"/>
              </a:rPr>
              <a:t>Analysis</a:t>
            </a:r>
            <a:endParaRPr b="1" i="0" sz="6000" u="none" cap="none" strike="noStrike">
              <a:solidFill>
                <a:srgbClr val="000000"/>
              </a:solidFill>
              <a:latin typeface="Roboto"/>
              <a:ea typeface="Roboto"/>
              <a:cs typeface="Roboto"/>
              <a:sym typeface="Roboto"/>
            </a:endParaRPr>
          </a:p>
          <a:p>
            <a:pPr indent="-514350" lvl="0" marL="457200" marR="0" rtl="0" algn="l">
              <a:lnSpc>
                <a:spcPct val="100000"/>
              </a:lnSpc>
              <a:spcBef>
                <a:spcPts val="240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Public and Private Sector has most jobs in this dataset. Further, the highest paying jobs can be found in the private sector and the business.</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Despite this, most of the lower-paying jobs are found in the Private Sector.</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Hospitals in this dataset are generally in the low to medium range. This doesn’t reflect doctors entirely as they are paid very well.</a:t>
            </a:r>
            <a:endParaRPr b="1" i="0" sz="6000" u="none" cap="none" strike="noStrike">
              <a:solidFill>
                <a:srgbClr val="000000"/>
              </a:solidFill>
              <a:latin typeface="Roboto"/>
              <a:ea typeface="Roboto"/>
              <a:cs typeface="Roboto"/>
              <a:sym typeface="Roboto"/>
            </a:endParaRPr>
          </a:p>
        </p:txBody>
      </p:sp>
      <p:sp>
        <p:nvSpPr>
          <p:cNvPr id="143" name="Google Shape;143;p30"/>
          <p:cNvSpPr txBox="1"/>
          <p:nvPr/>
        </p:nvSpPr>
        <p:spPr>
          <a:xfrm>
            <a:off x="20317968" y="16276320"/>
            <a:ext cx="17328000" cy="7377900"/>
          </a:xfrm>
          <a:prstGeom prst="rect">
            <a:avLst/>
          </a:prstGeom>
          <a:solidFill>
            <a:srgbClr val="90DCF4">
              <a:alpha val="70196"/>
            </a:srgbClr>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2C365E"/>
              </a:buClr>
              <a:buSzPts val="6000"/>
              <a:buFont typeface="Arial"/>
              <a:buNone/>
            </a:pPr>
            <a:r>
              <a:rPr b="1" i="0" lang="en-US" sz="6000" u="none" cap="none" strike="noStrike">
                <a:solidFill>
                  <a:srgbClr val="000000"/>
                </a:solidFill>
                <a:latin typeface="Roboto"/>
                <a:ea typeface="Roboto"/>
                <a:cs typeface="Roboto"/>
                <a:sym typeface="Roboto"/>
              </a:rPr>
              <a:t>What </a:t>
            </a:r>
            <a:r>
              <a:rPr b="1" lang="en-US" sz="6000">
                <a:latin typeface="Roboto"/>
                <a:ea typeface="Roboto"/>
                <a:cs typeface="Roboto"/>
                <a:sym typeface="Roboto"/>
              </a:rPr>
              <a:t>D</a:t>
            </a:r>
            <a:r>
              <a:rPr b="1" i="0" lang="en-US" sz="6000" u="none" cap="none" strike="noStrike">
                <a:solidFill>
                  <a:srgbClr val="000000"/>
                </a:solidFill>
                <a:latin typeface="Roboto"/>
                <a:ea typeface="Roboto"/>
                <a:cs typeface="Roboto"/>
                <a:sym typeface="Roboto"/>
              </a:rPr>
              <a:t>oes </a:t>
            </a:r>
            <a:r>
              <a:rPr b="1" lang="en-US" sz="6000">
                <a:latin typeface="Roboto"/>
                <a:ea typeface="Roboto"/>
                <a:cs typeface="Roboto"/>
                <a:sym typeface="Roboto"/>
              </a:rPr>
              <a:t>T</a:t>
            </a:r>
            <a:r>
              <a:rPr b="1" i="0" lang="en-US" sz="6000" u="none" cap="none" strike="noStrike">
                <a:solidFill>
                  <a:srgbClr val="000000"/>
                </a:solidFill>
                <a:latin typeface="Roboto"/>
                <a:ea typeface="Roboto"/>
                <a:cs typeface="Roboto"/>
                <a:sym typeface="Roboto"/>
              </a:rPr>
              <a:t>his </a:t>
            </a:r>
            <a:r>
              <a:rPr b="1" lang="en-US" sz="6000">
                <a:latin typeface="Roboto"/>
                <a:ea typeface="Roboto"/>
                <a:cs typeface="Roboto"/>
                <a:sym typeface="Roboto"/>
              </a:rPr>
              <a:t>H</a:t>
            </a:r>
            <a:r>
              <a:rPr b="1" i="0" lang="en-US" sz="6000" u="none" cap="none" strike="noStrike">
                <a:solidFill>
                  <a:srgbClr val="000000"/>
                </a:solidFill>
                <a:latin typeface="Roboto"/>
                <a:ea typeface="Roboto"/>
                <a:cs typeface="Roboto"/>
                <a:sym typeface="Roboto"/>
              </a:rPr>
              <a:t>ave to </a:t>
            </a:r>
            <a:r>
              <a:rPr b="1" lang="en-US" sz="6000">
                <a:latin typeface="Roboto"/>
                <a:ea typeface="Roboto"/>
                <a:cs typeface="Roboto"/>
                <a:sym typeface="Roboto"/>
              </a:rPr>
              <a:t>D</a:t>
            </a:r>
            <a:r>
              <a:rPr b="1" i="0" lang="en-US" sz="6000" u="none" cap="none" strike="noStrike">
                <a:solidFill>
                  <a:srgbClr val="000000"/>
                </a:solidFill>
                <a:latin typeface="Roboto"/>
                <a:ea typeface="Roboto"/>
                <a:cs typeface="Roboto"/>
                <a:sym typeface="Roboto"/>
              </a:rPr>
              <a:t>o </a:t>
            </a:r>
            <a:r>
              <a:rPr b="1" lang="en-US" sz="6000">
                <a:latin typeface="Roboto"/>
                <a:ea typeface="Roboto"/>
                <a:cs typeface="Roboto"/>
                <a:sym typeface="Roboto"/>
              </a:rPr>
              <a:t>W</a:t>
            </a:r>
            <a:r>
              <a:rPr b="1" i="0" lang="en-US" sz="6000" u="none" cap="none" strike="noStrike">
                <a:solidFill>
                  <a:srgbClr val="000000"/>
                </a:solidFill>
                <a:latin typeface="Roboto"/>
                <a:ea typeface="Roboto"/>
                <a:cs typeface="Roboto"/>
                <a:sym typeface="Roboto"/>
              </a:rPr>
              <a:t>ith </a:t>
            </a:r>
            <a:r>
              <a:rPr b="1" lang="en-US" sz="6000">
                <a:latin typeface="Roboto"/>
                <a:ea typeface="Roboto"/>
                <a:cs typeface="Roboto"/>
                <a:sym typeface="Roboto"/>
              </a:rPr>
              <a:t>B</a:t>
            </a:r>
            <a:r>
              <a:rPr b="1" i="0" lang="en-US" sz="6000" u="none" cap="none" strike="noStrike">
                <a:solidFill>
                  <a:srgbClr val="000000"/>
                </a:solidFill>
                <a:latin typeface="Roboto"/>
                <a:ea typeface="Roboto"/>
                <a:cs typeface="Roboto"/>
                <a:sym typeface="Roboto"/>
              </a:rPr>
              <a:t>ias?</a:t>
            </a:r>
            <a:endParaRPr i="0" sz="3600" u="none" cap="none" strike="noStrike">
              <a:solidFill>
                <a:srgbClr val="000000"/>
              </a:solidFill>
              <a:latin typeface="Roboto"/>
              <a:ea typeface="Roboto"/>
              <a:cs typeface="Roboto"/>
              <a:sym typeface="Roboto"/>
            </a:endParaRPr>
          </a:p>
          <a:p>
            <a:pPr indent="-514350" lvl="0" marL="457200" marR="0" rtl="0" algn="l">
              <a:lnSpc>
                <a:spcPct val="100000"/>
              </a:lnSpc>
              <a:spcBef>
                <a:spcPts val="1000"/>
              </a:spcBef>
              <a:spcAft>
                <a:spcPts val="0"/>
              </a:spcAft>
              <a:buClr>
                <a:srgbClr val="000000"/>
              </a:buClr>
              <a:buSzPts val="4500"/>
              <a:buFont typeface="Roboto"/>
              <a:buChar char="●"/>
            </a:pPr>
            <a:r>
              <a:rPr b="1" i="0" lang="en-US" sz="4500" u="none" cap="none" strike="noStrike">
                <a:solidFill>
                  <a:srgbClr val="000000"/>
                </a:solidFill>
                <a:latin typeface="Roboto"/>
                <a:ea typeface="Roboto"/>
                <a:cs typeface="Roboto"/>
                <a:sym typeface="Roboto"/>
              </a:rPr>
              <a:t>High Bias:</a:t>
            </a:r>
            <a:r>
              <a:rPr i="0" lang="en-US" sz="4500" u="none" cap="none" strike="noStrike">
                <a:solidFill>
                  <a:srgbClr val="000000"/>
                </a:solidFill>
                <a:latin typeface="Roboto"/>
                <a:ea typeface="Roboto"/>
                <a:cs typeface="Roboto"/>
                <a:sym typeface="Roboto"/>
              </a:rPr>
              <a:t> The Bias in our first, simpler dataset was GRAND. It basically stated that no matter what, if you have more Years of Experience, that meant you will always be paid more.</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b="1" i="0" lang="en-US" sz="4500" u="none" cap="none" strike="noStrike">
                <a:solidFill>
                  <a:srgbClr val="000000"/>
                </a:solidFill>
                <a:latin typeface="Roboto"/>
                <a:ea typeface="Roboto"/>
                <a:cs typeface="Roboto"/>
                <a:sym typeface="Roboto"/>
              </a:rPr>
              <a:t>Low Variance:</a:t>
            </a:r>
            <a:r>
              <a:rPr i="0" lang="en-US" sz="4500" u="none" cap="none" strike="noStrike">
                <a:solidFill>
                  <a:srgbClr val="000000"/>
                </a:solidFill>
                <a:latin typeface="Roboto"/>
                <a:ea typeface="Roboto"/>
                <a:cs typeface="Roboto"/>
                <a:sym typeface="Roboto"/>
              </a:rPr>
              <a:t> Regression Model was very simple, and captured what was needed. Still, with other datasets it could be too simple.</a:t>
            </a:r>
            <a:endParaRPr i="0" sz="4500" u="none" cap="none" strike="noStrike">
              <a:solidFill>
                <a:srgbClr val="000000"/>
              </a:solidFill>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b="1" i="0" lang="en-US" sz="4500" u="none" cap="none" strike="noStrike">
                <a:solidFill>
                  <a:srgbClr val="000000"/>
                </a:solidFill>
                <a:latin typeface="Roboto"/>
                <a:ea typeface="Roboto"/>
                <a:cs typeface="Roboto"/>
                <a:sym typeface="Roboto"/>
              </a:rPr>
              <a:t>High Variance:</a:t>
            </a:r>
            <a:r>
              <a:rPr i="0" lang="en-US" sz="4500" u="none" cap="none" strike="noStrike">
                <a:solidFill>
                  <a:srgbClr val="000000"/>
                </a:solidFill>
                <a:latin typeface="Roboto"/>
                <a:ea typeface="Roboto"/>
                <a:cs typeface="Roboto"/>
                <a:sym typeface="Roboto"/>
              </a:rPr>
              <a:t> Decision Trees are very complex for this model to give any new useful information. The correlation was obvious for the simple dataset and did not need entropy or other Machine Learning Models.</a:t>
            </a:r>
            <a:endParaRPr i="0" sz="4500" u="none" cap="none" strike="noStrike">
              <a:solidFill>
                <a:srgbClr val="000000"/>
              </a:solidFill>
              <a:latin typeface="Roboto"/>
              <a:ea typeface="Roboto"/>
              <a:cs typeface="Roboto"/>
              <a:sym typeface="Roboto"/>
            </a:endParaRPr>
          </a:p>
        </p:txBody>
      </p:sp>
      <p:sp>
        <p:nvSpPr>
          <p:cNvPr id="144" name="Google Shape;144;p30"/>
          <p:cNvSpPr txBox="1"/>
          <p:nvPr/>
        </p:nvSpPr>
        <p:spPr>
          <a:xfrm>
            <a:off x="39310056" y="25612344"/>
            <a:ext cx="18022800" cy="6309300"/>
          </a:xfrm>
          <a:prstGeom prst="rect">
            <a:avLst/>
          </a:prstGeom>
          <a:solidFill>
            <a:srgbClr val="90DCF4">
              <a:alpha val="70196"/>
            </a:srgbClr>
          </a:solid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6000"/>
              <a:buFont typeface="Arial"/>
              <a:buNone/>
            </a:pPr>
            <a:r>
              <a:rPr b="1" i="0" lang="en-US" sz="6000" u="none" cap="none" strike="noStrike">
                <a:solidFill>
                  <a:srgbClr val="000000"/>
                </a:solidFill>
                <a:latin typeface="Roboto"/>
                <a:ea typeface="Roboto"/>
                <a:cs typeface="Roboto"/>
                <a:sym typeface="Roboto"/>
              </a:rPr>
              <a:t>Next </a:t>
            </a:r>
            <a:r>
              <a:rPr b="1" lang="en-US" sz="6000">
                <a:latin typeface="Roboto"/>
                <a:ea typeface="Roboto"/>
                <a:cs typeface="Roboto"/>
                <a:sym typeface="Roboto"/>
              </a:rPr>
              <a:t>S</a:t>
            </a:r>
            <a:r>
              <a:rPr b="1" i="0" lang="en-US" sz="6000" u="none" cap="none" strike="noStrike">
                <a:solidFill>
                  <a:srgbClr val="000000"/>
                </a:solidFill>
                <a:latin typeface="Roboto"/>
                <a:ea typeface="Roboto"/>
                <a:cs typeface="Roboto"/>
                <a:sym typeface="Roboto"/>
              </a:rPr>
              <a:t>teps</a:t>
            </a:r>
            <a:endParaRPr b="1" i="0" sz="6000" u="none" cap="none" strike="noStrike">
              <a:solidFill>
                <a:srgbClr val="000000"/>
              </a:solidFill>
              <a:latin typeface="Roboto"/>
              <a:ea typeface="Roboto"/>
              <a:cs typeface="Roboto"/>
              <a:sym typeface="Roboto"/>
            </a:endParaRPr>
          </a:p>
          <a:p>
            <a:pPr indent="-514350" lvl="0" marL="457200" marR="0" rtl="0" algn="l">
              <a:lnSpc>
                <a:spcPct val="100000"/>
              </a:lnSpc>
              <a:spcBef>
                <a:spcPts val="100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Improve the model by adding more variables and balancing out bias with variance to prevent overfitting and underfitting.</a:t>
            </a:r>
            <a:endParaRPr sz="4500">
              <a:latin typeface="Roboto"/>
              <a:ea typeface="Roboto"/>
              <a:cs typeface="Roboto"/>
              <a:sym typeface="Roboto"/>
            </a:endParaRPr>
          </a:p>
          <a:p>
            <a:pPr indent="-514350" lvl="0" marL="457200" marR="0" rtl="0" algn="l">
              <a:lnSpc>
                <a:spcPct val="100000"/>
              </a:lnSpc>
              <a:spcBef>
                <a:spcPts val="0"/>
              </a:spcBef>
              <a:spcAft>
                <a:spcPts val="0"/>
              </a:spcAft>
              <a:buClr>
                <a:srgbClr val="000000"/>
              </a:buClr>
              <a:buSzPts val="4500"/>
              <a:buFont typeface="Roboto"/>
              <a:buChar char="●"/>
            </a:pPr>
            <a:r>
              <a:rPr i="0" lang="en-US" sz="4500" u="none" cap="none" strike="noStrike">
                <a:solidFill>
                  <a:srgbClr val="000000"/>
                </a:solidFill>
                <a:latin typeface="Roboto"/>
                <a:ea typeface="Roboto"/>
                <a:cs typeface="Roboto"/>
                <a:sym typeface="Roboto"/>
              </a:rPr>
              <a:t>Using different datasets can represent new and interesting relationships in data!</a:t>
            </a:r>
            <a:endParaRPr i="0" sz="4500" u="none" cap="none" strike="noStrike">
              <a:solidFill>
                <a:srgbClr val="000000"/>
              </a:solidFill>
              <a:latin typeface="Roboto"/>
              <a:ea typeface="Roboto"/>
              <a:cs typeface="Roboto"/>
              <a:sym typeface="Roboto"/>
            </a:endParaRPr>
          </a:p>
        </p:txBody>
      </p:sp>
      <p:pic>
        <p:nvPicPr>
          <p:cNvPr id="145" name="Google Shape;145;p30"/>
          <p:cNvPicPr preferRelativeResize="0"/>
          <p:nvPr/>
        </p:nvPicPr>
        <p:blipFill rotWithShape="1">
          <a:blip r:embed="rId4">
            <a:alphaModFix/>
          </a:blip>
          <a:srcRect b="0" l="0" r="0" t="0"/>
          <a:stretch/>
        </p:blipFill>
        <p:spPr>
          <a:xfrm>
            <a:off x="1188720" y="24359616"/>
            <a:ext cx="10762852" cy="7533758"/>
          </a:xfrm>
          <a:prstGeom prst="rect">
            <a:avLst/>
          </a:prstGeom>
          <a:solidFill>
            <a:srgbClr val="FFFFFF"/>
          </a:solidFill>
          <a:ln>
            <a:noFill/>
          </a:ln>
        </p:spPr>
      </p:pic>
      <p:pic>
        <p:nvPicPr>
          <p:cNvPr id="146" name="Google Shape;146;p30"/>
          <p:cNvPicPr preferRelativeResize="0"/>
          <p:nvPr/>
        </p:nvPicPr>
        <p:blipFill rotWithShape="1">
          <a:blip r:embed="rId5">
            <a:alphaModFix/>
          </a:blip>
          <a:srcRect b="0" l="0" r="0" t="0"/>
          <a:stretch/>
        </p:blipFill>
        <p:spPr>
          <a:xfrm>
            <a:off x="12082707" y="24359624"/>
            <a:ext cx="6589341" cy="7533736"/>
          </a:xfrm>
          <a:prstGeom prst="rect">
            <a:avLst/>
          </a:prstGeom>
          <a:solidFill>
            <a:srgbClr val="FFFFFF"/>
          </a:solidFill>
          <a:ln>
            <a:noFill/>
          </a:ln>
        </p:spPr>
      </p:pic>
      <p:grpSp>
        <p:nvGrpSpPr>
          <p:cNvPr id="147" name="Google Shape;147;p30"/>
          <p:cNvGrpSpPr/>
          <p:nvPr/>
        </p:nvGrpSpPr>
        <p:grpSpPr>
          <a:xfrm>
            <a:off x="20317787" y="24597360"/>
            <a:ext cx="17327729" cy="7304583"/>
            <a:chOff x="20892900" y="25052250"/>
            <a:chExt cx="17483331" cy="7371665"/>
          </a:xfrm>
        </p:grpSpPr>
        <p:pic>
          <p:nvPicPr>
            <p:cNvPr id="148" name="Google Shape;148;p30"/>
            <p:cNvPicPr preferRelativeResize="0"/>
            <p:nvPr/>
          </p:nvPicPr>
          <p:blipFill rotWithShape="1">
            <a:blip r:embed="rId6">
              <a:alphaModFix/>
            </a:blip>
            <a:srcRect b="0" l="0" r="0" t="0"/>
            <a:stretch/>
          </p:blipFill>
          <p:spPr>
            <a:xfrm>
              <a:off x="20892900" y="25052250"/>
              <a:ext cx="17483331" cy="7371665"/>
            </a:xfrm>
            <a:prstGeom prst="rect">
              <a:avLst/>
            </a:prstGeom>
            <a:noFill/>
            <a:ln>
              <a:noFill/>
            </a:ln>
          </p:spPr>
        </p:pic>
        <p:sp>
          <p:nvSpPr>
            <p:cNvPr id="149" name="Google Shape;149;p30"/>
            <p:cNvSpPr/>
            <p:nvPr/>
          </p:nvSpPr>
          <p:spPr>
            <a:xfrm>
              <a:off x="20892900" y="25052250"/>
              <a:ext cx="4116300" cy="2037900"/>
            </a:xfrm>
            <a:prstGeom prst="rect">
              <a:avLst/>
            </a:prstGeom>
            <a:solidFill>
              <a:srgbClr val="E7E6E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0"/>
                <a:buFont typeface="Arial"/>
                <a:buNone/>
              </a:pPr>
              <a:r>
                <a:rPr b="1" i="0" lang="en-US" sz="6000" u="none" cap="none" strike="noStrike">
                  <a:solidFill>
                    <a:srgbClr val="000000"/>
                  </a:solidFill>
                  <a:latin typeface="Roboto"/>
                  <a:ea typeface="Roboto"/>
                  <a:cs typeface="Roboto"/>
                  <a:sym typeface="Roboto"/>
                </a:rPr>
                <a:t>All Ages Model</a:t>
              </a:r>
              <a:endParaRPr b="1" i="0" sz="6000" u="none" cap="none" strike="noStrike">
                <a:solidFill>
                  <a:srgbClr val="000000"/>
                </a:solidFill>
                <a:latin typeface="Roboto"/>
                <a:ea typeface="Roboto"/>
                <a:cs typeface="Roboto"/>
                <a:sym typeface="Roboto"/>
              </a:endParaRPr>
            </a:p>
          </p:txBody>
        </p:sp>
      </p:grpSp>
      <p:grpSp>
        <p:nvGrpSpPr>
          <p:cNvPr id="150" name="Google Shape;150;p30"/>
          <p:cNvGrpSpPr/>
          <p:nvPr/>
        </p:nvGrpSpPr>
        <p:grpSpPr>
          <a:xfrm>
            <a:off x="39314618" y="15196965"/>
            <a:ext cx="15535674" cy="7304692"/>
            <a:chOff x="39310056" y="15232913"/>
            <a:chExt cx="18022824" cy="8474121"/>
          </a:xfrm>
        </p:grpSpPr>
        <p:pic>
          <p:nvPicPr>
            <p:cNvPr id="151" name="Google Shape;151;p30"/>
            <p:cNvPicPr preferRelativeResize="0"/>
            <p:nvPr/>
          </p:nvPicPr>
          <p:blipFill rotWithShape="1">
            <a:blip r:embed="rId7">
              <a:alphaModFix/>
            </a:blip>
            <a:srcRect b="0" l="0" r="0" t="0"/>
            <a:stretch/>
          </p:blipFill>
          <p:spPr>
            <a:xfrm>
              <a:off x="39310056" y="15232913"/>
              <a:ext cx="18022824" cy="8474121"/>
            </a:xfrm>
            <a:prstGeom prst="rect">
              <a:avLst/>
            </a:prstGeom>
            <a:noFill/>
            <a:ln>
              <a:noFill/>
            </a:ln>
          </p:spPr>
        </p:pic>
        <p:sp>
          <p:nvSpPr>
            <p:cNvPr id="152" name="Google Shape;152;p30"/>
            <p:cNvSpPr txBox="1"/>
            <p:nvPr/>
          </p:nvSpPr>
          <p:spPr>
            <a:xfrm>
              <a:off x="39314625" y="15232925"/>
              <a:ext cx="6589200" cy="19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chemeClr val="lt1"/>
                  </a:solidFill>
                  <a:latin typeface="Roboto"/>
                  <a:ea typeface="Roboto"/>
                  <a:cs typeface="Roboto"/>
                  <a:sym typeface="Roboto"/>
                </a:rPr>
                <a:t>Ages: 18-67 Model</a:t>
              </a:r>
              <a:endParaRPr b="1" i="0" sz="6000" u="none" cap="none" strike="noStrike">
                <a:solidFill>
                  <a:schemeClr val="lt1"/>
                </a:solidFill>
                <a:latin typeface="Roboto"/>
                <a:ea typeface="Roboto"/>
                <a:cs typeface="Roboto"/>
                <a:sym typeface="Roboto"/>
              </a:endParaRPr>
            </a:p>
          </p:txBody>
        </p:sp>
      </p:grpSp>
      <p:sp>
        <p:nvSpPr>
          <p:cNvPr id="153" name="Google Shape;153;p30"/>
          <p:cNvSpPr txBox="1"/>
          <p:nvPr/>
        </p:nvSpPr>
        <p:spPr>
          <a:xfrm>
            <a:off x="2560320" y="6293350"/>
            <a:ext cx="38871000" cy="1035000"/>
          </a:xfrm>
          <a:prstGeom prst="rect">
            <a:avLst/>
          </a:prstGeom>
          <a:no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4500"/>
              <a:buFont typeface="Arial"/>
              <a:buNone/>
            </a:pPr>
            <a:r>
              <a:rPr b="1" i="0" lang="en-US" sz="4500" u="none" cap="none" strike="noStrike">
                <a:solidFill>
                  <a:srgbClr val="000000"/>
                </a:solidFill>
                <a:latin typeface="Roboto"/>
                <a:ea typeface="Roboto"/>
                <a:cs typeface="Roboto"/>
                <a:sym typeface="Roboto"/>
              </a:rPr>
              <a:t>Author 1</a:t>
            </a:r>
            <a:r>
              <a:rPr b="1" lang="en-US" sz="4500">
                <a:latin typeface="Roboto"/>
                <a:ea typeface="Roboto"/>
                <a:cs typeface="Roboto"/>
                <a:sym typeface="Roboto"/>
              </a:rPr>
              <a:t>,</a:t>
            </a:r>
            <a:r>
              <a:rPr b="1" i="0" lang="en-US" sz="4500" u="none" cap="none" strike="noStrike">
                <a:solidFill>
                  <a:srgbClr val="000000"/>
                </a:solidFill>
                <a:latin typeface="Roboto"/>
                <a:ea typeface="Roboto"/>
                <a:cs typeface="Roboto"/>
                <a:sym typeface="Roboto"/>
              </a:rPr>
              <a:t> Author 2</a:t>
            </a:r>
            <a:r>
              <a:rPr b="1" lang="en-US" sz="4500">
                <a:latin typeface="Roboto"/>
                <a:ea typeface="Roboto"/>
                <a:cs typeface="Roboto"/>
                <a:sym typeface="Roboto"/>
              </a:rPr>
              <a:t>,</a:t>
            </a:r>
            <a:r>
              <a:rPr b="1" i="0" lang="en-US" sz="4500" u="none" cap="none" strike="noStrike">
                <a:solidFill>
                  <a:srgbClr val="000000"/>
                </a:solidFill>
                <a:latin typeface="Roboto"/>
                <a:ea typeface="Roboto"/>
                <a:cs typeface="Roboto"/>
                <a:sym typeface="Roboto"/>
              </a:rPr>
              <a:t> Author 3</a:t>
            </a:r>
            <a:endParaRPr b="1" i="0" sz="4500" u="none" cap="none" strike="noStrike">
              <a:solidFill>
                <a:srgbClr val="000000"/>
              </a:solidFill>
              <a:latin typeface="Roboto"/>
              <a:ea typeface="Roboto"/>
              <a:cs typeface="Roboto"/>
              <a:sym typeface="Roboto"/>
            </a:endParaRPr>
          </a:p>
        </p:txBody>
      </p:sp>
      <p:sp>
        <p:nvSpPr>
          <p:cNvPr id="154" name="Google Shape;154;p30"/>
          <p:cNvSpPr/>
          <p:nvPr/>
        </p:nvSpPr>
        <p:spPr>
          <a:xfrm>
            <a:off x="38105750" y="8439575"/>
            <a:ext cx="749100" cy="24393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