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Lst>
  <p:notesMasterIdLst>
    <p:notesMasterId r:id="rId5"/>
  </p:notesMasterIdLst>
  <p:sldIdLst>
    <p:sldId id="256" r:id="rId6"/>
  </p:sldIdLst>
  <p:sldSz cy="43891200" cx="32918400"/>
  <p:notesSz cx="6858000" cy="9144000"/>
  <p:embeddedFontLst>
    <p:embeddedFont>
      <p:font typeface="Roboto"/>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824">
          <p15:clr>
            <a:srgbClr val="9AA0A6"/>
          </p15:clr>
        </p15:guide>
        <p15:guide id="2" pos="1036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824" orient="horz"/>
        <p:guide pos="103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 Id="rId10"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285977" y="685800"/>
            <a:ext cx="228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notes"/>
          <p:cNvSpPr/>
          <p:nvPr>
            <p:ph idx="2" type="sldImg"/>
          </p:nvPr>
        </p:nvSpPr>
        <p:spPr>
          <a:xfrm>
            <a:off x="2143144" y="685800"/>
            <a:ext cx="25716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2468880" y="7183123"/>
            <a:ext cx="27980700" cy="15280800"/>
          </a:xfrm>
          <a:prstGeom prst="rect">
            <a:avLst/>
          </a:prstGeom>
          <a:noFill/>
          <a:ln>
            <a:noFill/>
          </a:ln>
        </p:spPr>
        <p:txBody>
          <a:bodyPr anchorCtr="0" anchor="b" bIns="45700" lIns="45700" spcFirstLastPara="1" rIns="45700" wrap="square" tIns="45700">
            <a:noAutofit/>
          </a:bodyPr>
          <a:lstStyle>
            <a:lvl1pPr lvl="0" algn="l">
              <a:lnSpc>
                <a:spcPct val="100000"/>
              </a:lnSpc>
              <a:spcBef>
                <a:spcPts val="0"/>
              </a:spcBef>
              <a:spcAft>
                <a:spcPts val="0"/>
              </a:spcAft>
              <a:buClr>
                <a:srgbClr val="2C365E"/>
              </a:buClr>
              <a:buSzPts val="14000"/>
              <a:buFont typeface="Arial"/>
              <a:buNone/>
              <a:defRPr sz="140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 name="Google Shape;11;p2"/>
          <p:cNvSpPr txBox="1"/>
          <p:nvPr>
            <p:ph idx="1" type="body"/>
          </p:nvPr>
        </p:nvSpPr>
        <p:spPr>
          <a:xfrm>
            <a:off x="4114800" y="23053042"/>
            <a:ext cx="24688800" cy="10596900"/>
          </a:xfrm>
          <a:prstGeom prst="rect">
            <a:avLst/>
          </a:prstGeom>
          <a:noFill/>
          <a:ln>
            <a:noFill/>
          </a:ln>
        </p:spPr>
        <p:txBody>
          <a:bodyPr anchorCtr="0" anchor="t" bIns="45700" lIns="45700" spcFirstLastPara="1" rIns="45700" wrap="square" tIns="45700">
            <a:noAutofit/>
          </a:bodyPr>
          <a:lstStyle>
            <a:lvl1pPr indent="-228600" lvl="0" marL="457200" algn="ctr">
              <a:lnSpc>
                <a:spcPct val="90000"/>
              </a:lnSpc>
              <a:spcBef>
                <a:spcPts val="4800"/>
              </a:spcBef>
              <a:spcAft>
                <a:spcPts val="0"/>
              </a:spcAft>
              <a:buClr>
                <a:srgbClr val="000000"/>
              </a:buClr>
              <a:buSzPts val="11500"/>
              <a:buFont typeface="Calibri"/>
              <a:buNone/>
              <a:defRPr sz="11500"/>
            </a:lvl1pPr>
            <a:lvl2pPr indent="-228600" lvl="1" marL="914400" algn="ctr">
              <a:lnSpc>
                <a:spcPct val="90000"/>
              </a:lnSpc>
              <a:spcBef>
                <a:spcPts val="4800"/>
              </a:spcBef>
              <a:spcAft>
                <a:spcPts val="0"/>
              </a:spcAft>
              <a:buClr>
                <a:srgbClr val="000000"/>
              </a:buClr>
              <a:buSzPts val="11500"/>
              <a:buFont typeface="Calibri"/>
              <a:buNone/>
              <a:defRPr sz="11500"/>
            </a:lvl2pPr>
            <a:lvl3pPr indent="-228600" lvl="2" marL="1371600" algn="ctr">
              <a:lnSpc>
                <a:spcPct val="90000"/>
              </a:lnSpc>
              <a:spcBef>
                <a:spcPts val="4800"/>
              </a:spcBef>
              <a:spcAft>
                <a:spcPts val="0"/>
              </a:spcAft>
              <a:buClr>
                <a:srgbClr val="000000"/>
              </a:buClr>
              <a:buSzPts val="11500"/>
              <a:buFont typeface="Calibri"/>
              <a:buNone/>
              <a:defRPr sz="11500"/>
            </a:lvl3pPr>
            <a:lvl4pPr indent="-228600" lvl="3" marL="1828800" algn="ctr">
              <a:lnSpc>
                <a:spcPct val="90000"/>
              </a:lnSpc>
              <a:spcBef>
                <a:spcPts val="4800"/>
              </a:spcBef>
              <a:spcAft>
                <a:spcPts val="0"/>
              </a:spcAft>
              <a:buClr>
                <a:srgbClr val="000000"/>
              </a:buClr>
              <a:buSzPts val="11500"/>
              <a:buFont typeface="Calibri"/>
              <a:buNone/>
              <a:defRPr sz="11500"/>
            </a:lvl4pPr>
            <a:lvl5pPr indent="-228600" lvl="4" marL="2286000" algn="ctr">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2" name="Google Shape;12;p2"/>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5" name="Google Shape;15;p3"/>
          <p:cNvSpPr txBox="1"/>
          <p:nvPr>
            <p:ph idx="1" type="body"/>
          </p:nvPr>
        </p:nvSpPr>
        <p:spPr>
          <a:xfrm>
            <a:off x="2263139" y="11684000"/>
            <a:ext cx="28392300" cy="278484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6" name="Google Shape;16;p3"/>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7" name="Shape 17"/>
        <p:cNvGrpSpPr/>
        <p:nvPr/>
      </p:nvGrpSpPr>
      <p:grpSpPr>
        <a:xfrm>
          <a:off x="0" y="0"/>
          <a:ext cx="0" cy="0"/>
          <a:chOff x="0" y="0"/>
          <a:chExt cx="0" cy="0"/>
        </a:xfrm>
      </p:grpSpPr>
      <p:sp>
        <p:nvSpPr>
          <p:cNvPr id="18" name="Google Shape;18;p4"/>
          <p:cNvSpPr txBox="1"/>
          <p:nvPr>
            <p:ph type="title"/>
          </p:nvPr>
        </p:nvSpPr>
        <p:spPr>
          <a:xfrm>
            <a:off x="2245997" y="10942330"/>
            <a:ext cx="28392300" cy="182577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28800"/>
              <a:buFont typeface="Calibri"/>
              <a:buNone/>
              <a:defRPr sz="288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9" name="Google Shape;19;p4"/>
          <p:cNvSpPr txBox="1"/>
          <p:nvPr>
            <p:ph idx="1" type="body"/>
          </p:nvPr>
        </p:nvSpPr>
        <p:spPr>
          <a:xfrm>
            <a:off x="2245997" y="29372571"/>
            <a:ext cx="28392300" cy="96012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sz="11500"/>
            </a:lvl1pPr>
            <a:lvl2pPr indent="-228600" lvl="1" marL="914400" algn="l">
              <a:lnSpc>
                <a:spcPct val="90000"/>
              </a:lnSpc>
              <a:spcBef>
                <a:spcPts val="4800"/>
              </a:spcBef>
              <a:spcAft>
                <a:spcPts val="0"/>
              </a:spcAft>
              <a:buClr>
                <a:srgbClr val="000000"/>
              </a:buClr>
              <a:buSzPts val="11500"/>
              <a:buFont typeface="Calibri"/>
              <a:buNone/>
              <a:defRPr sz="11500"/>
            </a:lvl2pPr>
            <a:lvl3pPr indent="-228600" lvl="2" marL="1371600" algn="l">
              <a:lnSpc>
                <a:spcPct val="90000"/>
              </a:lnSpc>
              <a:spcBef>
                <a:spcPts val="4800"/>
              </a:spcBef>
              <a:spcAft>
                <a:spcPts val="0"/>
              </a:spcAft>
              <a:buClr>
                <a:srgbClr val="000000"/>
              </a:buClr>
              <a:buSzPts val="11500"/>
              <a:buFont typeface="Calibri"/>
              <a:buNone/>
              <a:defRPr sz="11500"/>
            </a:lvl3pPr>
            <a:lvl4pPr indent="-228600" lvl="3" marL="1828800" algn="l">
              <a:lnSpc>
                <a:spcPct val="90000"/>
              </a:lnSpc>
              <a:spcBef>
                <a:spcPts val="4800"/>
              </a:spcBef>
              <a:spcAft>
                <a:spcPts val="0"/>
              </a:spcAft>
              <a:buClr>
                <a:srgbClr val="000000"/>
              </a:buClr>
              <a:buSzPts val="11500"/>
              <a:buFont typeface="Calibri"/>
              <a:buNone/>
              <a:defRPr sz="11500"/>
            </a:lvl4pPr>
            <a:lvl5pPr indent="-228600" lvl="4" marL="2286000" algn="l">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0" name="Google Shape;20;p4"/>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 name="Shape 21"/>
        <p:cNvGrpSpPr/>
        <p:nvPr/>
      </p:nvGrpSpPr>
      <p:grpSpPr>
        <a:xfrm>
          <a:off x="0" y="0"/>
          <a:ext cx="0" cy="0"/>
          <a:chOff x="0" y="0"/>
          <a:chExt cx="0" cy="0"/>
        </a:xfrm>
      </p:grpSpPr>
      <p:sp>
        <p:nvSpPr>
          <p:cNvPr id="22" name="Google Shape;22;p5"/>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3" name="Google Shape;23;p5"/>
          <p:cNvSpPr txBox="1"/>
          <p:nvPr>
            <p:ph idx="1" type="body"/>
          </p:nvPr>
        </p:nvSpPr>
        <p:spPr>
          <a:xfrm>
            <a:off x="2263139" y="11684000"/>
            <a:ext cx="13990500" cy="278484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4" name="Google Shape;24;p5"/>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5" name="Shape 25"/>
        <p:cNvGrpSpPr/>
        <p:nvPr/>
      </p:nvGrpSpPr>
      <p:grpSpPr>
        <a:xfrm>
          <a:off x="0" y="0"/>
          <a:ext cx="0" cy="0"/>
          <a:chOff x="0" y="0"/>
          <a:chExt cx="0" cy="0"/>
        </a:xfrm>
      </p:grpSpPr>
      <p:sp>
        <p:nvSpPr>
          <p:cNvPr id="26" name="Google Shape;26;p6"/>
          <p:cNvSpPr txBox="1"/>
          <p:nvPr>
            <p:ph type="title"/>
          </p:nvPr>
        </p:nvSpPr>
        <p:spPr>
          <a:xfrm>
            <a:off x="2267427"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7" name="Google Shape;27;p6"/>
          <p:cNvSpPr txBox="1"/>
          <p:nvPr>
            <p:ph idx="1" type="body"/>
          </p:nvPr>
        </p:nvSpPr>
        <p:spPr>
          <a:xfrm>
            <a:off x="2267431" y="10759442"/>
            <a:ext cx="13926000" cy="5273100"/>
          </a:xfrm>
          <a:prstGeom prst="rect">
            <a:avLst/>
          </a:prstGeom>
          <a:noFill/>
          <a:ln>
            <a:noFill/>
          </a:ln>
        </p:spPr>
        <p:txBody>
          <a:bodyPr anchorCtr="0" anchor="b"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b="1" sz="11500"/>
            </a:lvl1pPr>
            <a:lvl2pPr indent="-228600" lvl="1" marL="914400" algn="l">
              <a:lnSpc>
                <a:spcPct val="90000"/>
              </a:lnSpc>
              <a:spcBef>
                <a:spcPts val="4800"/>
              </a:spcBef>
              <a:spcAft>
                <a:spcPts val="0"/>
              </a:spcAft>
              <a:buClr>
                <a:srgbClr val="000000"/>
              </a:buClr>
              <a:buSzPts val="11500"/>
              <a:buFont typeface="Calibri"/>
              <a:buNone/>
              <a:defRPr b="1" sz="11500"/>
            </a:lvl2pPr>
            <a:lvl3pPr indent="-228600" lvl="2" marL="1371600" algn="l">
              <a:lnSpc>
                <a:spcPct val="90000"/>
              </a:lnSpc>
              <a:spcBef>
                <a:spcPts val="4800"/>
              </a:spcBef>
              <a:spcAft>
                <a:spcPts val="0"/>
              </a:spcAft>
              <a:buClr>
                <a:srgbClr val="000000"/>
              </a:buClr>
              <a:buSzPts val="11500"/>
              <a:buFont typeface="Calibri"/>
              <a:buNone/>
              <a:defRPr b="1" sz="11500"/>
            </a:lvl3pPr>
            <a:lvl4pPr indent="-228600" lvl="3" marL="1828800" algn="l">
              <a:lnSpc>
                <a:spcPct val="90000"/>
              </a:lnSpc>
              <a:spcBef>
                <a:spcPts val="4800"/>
              </a:spcBef>
              <a:spcAft>
                <a:spcPts val="0"/>
              </a:spcAft>
              <a:buClr>
                <a:srgbClr val="000000"/>
              </a:buClr>
              <a:buSzPts val="11500"/>
              <a:buFont typeface="Calibri"/>
              <a:buNone/>
              <a:defRPr b="1" sz="11500"/>
            </a:lvl4pPr>
            <a:lvl5pPr indent="-228600" lvl="4" marL="2286000" algn="l">
              <a:lnSpc>
                <a:spcPct val="90000"/>
              </a:lnSpc>
              <a:spcBef>
                <a:spcPts val="4800"/>
              </a:spcBef>
              <a:spcAft>
                <a:spcPts val="0"/>
              </a:spcAft>
              <a:buClr>
                <a:srgbClr val="000000"/>
              </a:buClr>
              <a:buSzPts val="11500"/>
              <a:buFont typeface="Calibri"/>
              <a:buNone/>
              <a:defRPr b="1"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8" name="Google Shape;28;p6"/>
          <p:cNvSpPr txBox="1"/>
          <p:nvPr>
            <p:ph idx="2" type="body"/>
          </p:nvPr>
        </p:nvSpPr>
        <p:spPr>
          <a:xfrm>
            <a:off x="16664942" y="10759442"/>
            <a:ext cx="13994700" cy="5273100"/>
          </a:xfrm>
          <a:prstGeom prst="rect">
            <a:avLst/>
          </a:prstGeom>
          <a:noFill/>
          <a:ln>
            <a:noFill/>
          </a:ln>
        </p:spPr>
        <p:txBody>
          <a:bodyPr anchorCtr="0" anchor="b"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29" name="Google Shape;29;p6"/>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 name="Shape 30"/>
        <p:cNvGrpSpPr/>
        <p:nvPr/>
      </p:nvGrpSpPr>
      <p:grpSpPr>
        <a:xfrm>
          <a:off x="0" y="0"/>
          <a:ext cx="0" cy="0"/>
          <a:chOff x="0" y="0"/>
          <a:chExt cx="0" cy="0"/>
        </a:xfrm>
      </p:grpSpPr>
      <p:sp>
        <p:nvSpPr>
          <p:cNvPr id="31" name="Google Shape;31;p7"/>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2" name="Google Shape;32;p7"/>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3" name="Shape 33"/>
        <p:cNvGrpSpPr/>
        <p:nvPr/>
      </p:nvGrpSpPr>
      <p:grpSpPr>
        <a:xfrm>
          <a:off x="0" y="0"/>
          <a:ext cx="0" cy="0"/>
          <a:chOff x="0" y="0"/>
          <a:chExt cx="0" cy="0"/>
        </a:xfrm>
      </p:grpSpPr>
      <p:sp>
        <p:nvSpPr>
          <p:cNvPr id="34" name="Google Shape;34;p8"/>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5" name="Shape 35"/>
        <p:cNvGrpSpPr/>
        <p:nvPr/>
      </p:nvGrpSpPr>
      <p:grpSpPr>
        <a:xfrm>
          <a:off x="0" y="0"/>
          <a:ext cx="0" cy="0"/>
          <a:chOff x="0" y="0"/>
          <a:chExt cx="0" cy="0"/>
        </a:xfrm>
      </p:grpSpPr>
      <p:sp>
        <p:nvSpPr>
          <p:cNvPr id="36" name="Google Shape;36;p9"/>
          <p:cNvSpPr txBox="1"/>
          <p:nvPr>
            <p:ph type="title"/>
          </p:nvPr>
        </p:nvSpPr>
        <p:spPr>
          <a:xfrm>
            <a:off x="2267428" y="2926080"/>
            <a:ext cx="10617000" cy="102411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7" name="Google Shape;37;p9"/>
          <p:cNvSpPr txBox="1"/>
          <p:nvPr>
            <p:ph idx="1" type="body"/>
          </p:nvPr>
        </p:nvSpPr>
        <p:spPr>
          <a:xfrm>
            <a:off x="13994606" y="6319529"/>
            <a:ext cx="16665000" cy="31191300"/>
          </a:xfrm>
          <a:prstGeom prst="rect">
            <a:avLst/>
          </a:prstGeom>
          <a:noFill/>
          <a:ln>
            <a:noFill/>
          </a:ln>
        </p:spPr>
        <p:txBody>
          <a:bodyPr anchorCtr="0" anchor="t" bIns="45700" lIns="45700" spcFirstLastPara="1" rIns="45700" wrap="square" tIns="45700">
            <a:noAutofit/>
          </a:bodyPr>
          <a:lstStyle>
            <a:lvl1pPr indent="-1200150" lvl="0" marL="457200" algn="l">
              <a:lnSpc>
                <a:spcPct val="90000"/>
              </a:lnSpc>
              <a:spcBef>
                <a:spcPts val="4800"/>
              </a:spcBef>
              <a:spcAft>
                <a:spcPts val="0"/>
              </a:spcAft>
              <a:buClr>
                <a:srgbClr val="000000"/>
              </a:buClr>
              <a:buSzPts val="15300"/>
              <a:buChar char="•"/>
              <a:defRPr sz="15300"/>
            </a:lvl1pPr>
            <a:lvl2pPr indent="-1200150" lvl="1" marL="914400" algn="l">
              <a:lnSpc>
                <a:spcPct val="90000"/>
              </a:lnSpc>
              <a:spcBef>
                <a:spcPts val="4800"/>
              </a:spcBef>
              <a:spcAft>
                <a:spcPts val="0"/>
              </a:spcAft>
              <a:buClr>
                <a:srgbClr val="000000"/>
              </a:buClr>
              <a:buSzPts val="15300"/>
              <a:buChar char="•"/>
              <a:defRPr sz="15300"/>
            </a:lvl2pPr>
            <a:lvl3pPr indent="-1200150" lvl="2" marL="1371600" algn="l">
              <a:lnSpc>
                <a:spcPct val="90000"/>
              </a:lnSpc>
              <a:spcBef>
                <a:spcPts val="4800"/>
              </a:spcBef>
              <a:spcAft>
                <a:spcPts val="0"/>
              </a:spcAft>
              <a:buClr>
                <a:srgbClr val="000000"/>
              </a:buClr>
              <a:buSzPts val="15300"/>
              <a:buChar char="•"/>
              <a:defRPr sz="15300"/>
            </a:lvl3pPr>
            <a:lvl4pPr indent="-1200150" lvl="3" marL="1828800" algn="l">
              <a:lnSpc>
                <a:spcPct val="90000"/>
              </a:lnSpc>
              <a:spcBef>
                <a:spcPts val="4800"/>
              </a:spcBef>
              <a:spcAft>
                <a:spcPts val="0"/>
              </a:spcAft>
              <a:buClr>
                <a:srgbClr val="000000"/>
              </a:buClr>
              <a:buSzPts val="15300"/>
              <a:buChar char="•"/>
              <a:defRPr sz="15300"/>
            </a:lvl4pPr>
            <a:lvl5pPr indent="-1200150" lvl="4" marL="2286000" algn="l">
              <a:lnSpc>
                <a:spcPct val="90000"/>
              </a:lnSpc>
              <a:spcBef>
                <a:spcPts val="4800"/>
              </a:spcBef>
              <a:spcAft>
                <a:spcPts val="0"/>
              </a:spcAft>
              <a:buClr>
                <a:srgbClr val="000000"/>
              </a:buClr>
              <a:buSzPts val="15300"/>
              <a:buChar char="•"/>
              <a:defRPr sz="153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38" name="Google Shape;38;p9"/>
          <p:cNvSpPr txBox="1"/>
          <p:nvPr>
            <p:ph idx="2" type="body"/>
          </p:nvPr>
        </p:nvSpPr>
        <p:spPr>
          <a:xfrm>
            <a:off x="2267428" y="13167358"/>
            <a:ext cx="10617000" cy="243942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39" name="Google Shape;39;p9"/>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0" name="Shape 40"/>
        <p:cNvGrpSpPr/>
        <p:nvPr/>
      </p:nvGrpSpPr>
      <p:grpSpPr>
        <a:xfrm>
          <a:off x="0" y="0"/>
          <a:ext cx="0" cy="0"/>
          <a:chOff x="0" y="0"/>
          <a:chExt cx="0" cy="0"/>
        </a:xfrm>
      </p:grpSpPr>
      <p:sp>
        <p:nvSpPr>
          <p:cNvPr id="41" name="Google Shape;41;p10"/>
          <p:cNvSpPr txBox="1"/>
          <p:nvPr>
            <p:ph type="title"/>
          </p:nvPr>
        </p:nvSpPr>
        <p:spPr>
          <a:xfrm>
            <a:off x="2267428" y="2926080"/>
            <a:ext cx="10617000" cy="102411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2" name="Google Shape;42;p10"/>
          <p:cNvSpPr/>
          <p:nvPr>
            <p:ph idx="2" type="pic"/>
          </p:nvPr>
        </p:nvSpPr>
        <p:spPr>
          <a:xfrm>
            <a:off x="13994606" y="6319529"/>
            <a:ext cx="16665000" cy="31191300"/>
          </a:xfrm>
          <a:prstGeom prst="rect">
            <a:avLst/>
          </a:prstGeom>
          <a:noFill/>
          <a:ln>
            <a:noFill/>
          </a:ln>
        </p:spPr>
      </p:sp>
      <p:sp>
        <p:nvSpPr>
          <p:cNvPr id="43" name="Google Shape;43;p10"/>
          <p:cNvSpPr txBox="1"/>
          <p:nvPr>
            <p:ph idx="1" type="body"/>
          </p:nvPr>
        </p:nvSpPr>
        <p:spPr>
          <a:xfrm>
            <a:off x="2267428" y="13167358"/>
            <a:ext cx="10617000" cy="243942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7600"/>
              <a:buFont typeface="Calibri"/>
              <a:buNone/>
              <a:defRPr sz="7600"/>
            </a:lvl1pPr>
            <a:lvl2pPr indent="-228600" lvl="1" marL="914400" algn="l">
              <a:lnSpc>
                <a:spcPct val="90000"/>
              </a:lnSpc>
              <a:spcBef>
                <a:spcPts val="4800"/>
              </a:spcBef>
              <a:spcAft>
                <a:spcPts val="0"/>
              </a:spcAft>
              <a:buClr>
                <a:srgbClr val="000000"/>
              </a:buClr>
              <a:buSzPts val="7600"/>
              <a:buFont typeface="Calibri"/>
              <a:buNone/>
              <a:defRPr sz="7600"/>
            </a:lvl2pPr>
            <a:lvl3pPr indent="-228600" lvl="2" marL="1371600" algn="l">
              <a:lnSpc>
                <a:spcPct val="90000"/>
              </a:lnSpc>
              <a:spcBef>
                <a:spcPts val="4800"/>
              </a:spcBef>
              <a:spcAft>
                <a:spcPts val="0"/>
              </a:spcAft>
              <a:buClr>
                <a:srgbClr val="000000"/>
              </a:buClr>
              <a:buSzPts val="7600"/>
              <a:buFont typeface="Calibri"/>
              <a:buNone/>
              <a:defRPr sz="7600"/>
            </a:lvl3pPr>
            <a:lvl4pPr indent="-228600" lvl="3" marL="1828800" algn="l">
              <a:lnSpc>
                <a:spcPct val="90000"/>
              </a:lnSpc>
              <a:spcBef>
                <a:spcPts val="4800"/>
              </a:spcBef>
              <a:spcAft>
                <a:spcPts val="0"/>
              </a:spcAft>
              <a:buClr>
                <a:srgbClr val="000000"/>
              </a:buClr>
              <a:buSzPts val="7600"/>
              <a:buFont typeface="Calibri"/>
              <a:buNone/>
              <a:defRPr sz="7600"/>
            </a:lvl4pPr>
            <a:lvl5pPr indent="-228600" lvl="4" marL="2286000" algn="l">
              <a:lnSpc>
                <a:spcPct val="90000"/>
              </a:lnSpc>
              <a:spcBef>
                <a:spcPts val="4800"/>
              </a:spcBef>
              <a:spcAft>
                <a:spcPts val="0"/>
              </a:spcAft>
              <a:buClr>
                <a:srgbClr val="000000"/>
              </a:buClr>
              <a:buSzPts val="7600"/>
              <a:buFont typeface="Calibri"/>
              <a:buNone/>
              <a:defRPr sz="76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44" name="Google Shape;44;p10"/>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5" name="Shape 45"/>
        <p:cNvGrpSpPr/>
        <p:nvPr/>
      </p:nvGrpSpPr>
      <p:grpSpPr>
        <a:xfrm>
          <a:off x="0" y="0"/>
          <a:ext cx="0" cy="0"/>
          <a:chOff x="0" y="0"/>
          <a:chExt cx="0" cy="0"/>
        </a:xfrm>
      </p:grpSpPr>
      <p:sp>
        <p:nvSpPr>
          <p:cNvPr id="46" name="Google Shape;46;p11"/>
          <p:cNvSpPr txBox="1"/>
          <p:nvPr>
            <p:ph type="title"/>
          </p:nvPr>
        </p:nvSpPr>
        <p:spPr>
          <a:xfrm>
            <a:off x="2468880" y="7183123"/>
            <a:ext cx="27980700" cy="15280800"/>
          </a:xfrm>
          <a:prstGeom prst="rect">
            <a:avLst/>
          </a:prstGeom>
          <a:noFill/>
          <a:ln>
            <a:noFill/>
          </a:ln>
        </p:spPr>
        <p:txBody>
          <a:bodyPr anchorCtr="0" anchor="b" bIns="45700" lIns="45700" spcFirstLastPara="1" rIns="45700" wrap="square" tIns="45700">
            <a:noAutofit/>
          </a:bodyPr>
          <a:lstStyle>
            <a:lvl1pPr lvl="0" algn="l">
              <a:lnSpc>
                <a:spcPct val="100000"/>
              </a:lnSpc>
              <a:spcBef>
                <a:spcPts val="0"/>
              </a:spcBef>
              <a:spcAft>
                <a:spcPts val="0"/>
              </a:spcAft>
              <a:buClr>
                <a:srgbClr val="2C365E"/>
              </a:buClr>
              <a:buSzPts val="14000"/>
              <a:buFont typeface="Arial"/>
              <a:buNone/>
              <a:defRPr sz="140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47" name="Google Shape;47;p11"/>
          <p:cNvSpPr txBox="1"/>
          <p:nvPr>
            <p:ph idx="1" type="body"/>
          </p:nvPr>
        </p:nvSpPr>
        <p:spPr>
          <a:xfrm>
            <a:off x="4114800" y="23053042"/>
            <a:ext cx="24688800" cy="10596900"/>
          </a:xfrm>
          <a:prstGeom prst="rect">
            <a:avLst/>
          </a:prstGeom>
          <a:noFill/>
          <a:ln>
            <a:noFill/>
          </a:ln>
        </p:spPr>
        <p:txBody>
          <a:bodyPr anchorCtr="0" anchor="t" bIns="45700" lIns="45700" spcFirstLastPara="1" rIns="45700" wrap="square" tIns="45700">
            <a:noAutofit/>
          </a:bodyPr>
          <a:lstStyle>
            <a:lvl1pPr indent="-228600" lvl="0" marL="457200" algn="ctr">
              <a:lnSpc>
                <a:spcPct val="90000"/>
              </a:lnSpc>
              <a:spcBef>
                <a:spcPts val="4800"/>
              </a:spcBef>
              <a:spcAft>
                <a:spcPts val="0"/>
              </a:spcAft>
              <a:buClr>
                <a:srgbClr val="000000"/>
              </a:buClr>
              <a:buSzPts val="11500"/>
              <a:buFont typeface="Calibri"/>
              <a:buNone/>
              <a:defRPr sz="11500"/>
            </a:lvl1pPr>
            <a:lvl2pPr indent="-228600" lvl="1" marL="914400" algn="ctr">
              <a:lnSpc>
                <a:spcPct val="90000"/>
              </a:lnSpc>
              <a:spcBef>
                <a:spcPts val="4800"/>
              </a:spcBef>
              <a:spcAft>
                <a:spcPts val="0"/>
              </a:spcAft>
              <a:buClr>
                <a:srgbClr val="000000"/>
              </a:buClr>
              <a:buSzPts val="11500"/>
              <a:buFont typeface="Calibri"/>
              <a:buNone/>
              <a:defRPr sz="11500"/>
            </a:lvl2pPr>
            <a:lvl3pPr indent="-228600" lvl="2" marL="1371600" algn="ctr">
              <a:lnSpc>
                <a:spcPct val="90000"/>
              </a:lnSpc>
              <a:spcBef>
                <a:spcPts val="4800"/>
              </a:spcBef>
              <a:spcAft>
                <a:spcPts val="0"/>
              </a:spcAft>
              <a:buClr>
                <a:srgbClr val="000000"/>
              </a:buClr>
              <a:buSzPts val="11500"/>
              <a:buFont typeface="Calibri"/>
              <a:buNone/>
              <a:defRPr sz="11500"/>
            </a:lvl3pPr>
            <a:lvl4pPr indent="-228600" lvl="3" marL="1828800" algn="ctr">
              <a:lnSpc>
                <a:spcPct val="90000"/>
              </a:lnSpc>
              <a:spcBef>
                <a:spcPts val="4800"/>
              </a:spcBef>
              <a:spcAft>
                <a:spcPts val="0"/>
              </a:spcAft>
              <a:buClr>
                <a:srgbClr val="000000"/>
              </a:buClr>
              <a:buSzPts val="11500"/>
              <a:buFont typeface="Calibri"/>
              <a:buNone/>
              <a:defRPr sz="11500"/>
            </a:lvl4pPr>
            <a:lvl5pPr indent="-228600" lvl="4" marL="2286000" algn="ctr">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48" name="Google Shape;48;p11"/>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9" name="Shape 49"/>
        <p:cNvGrpSpPr/>
        <p:nvPr/>
      </p:nvGrpSpPr>
      <p:grpSpPr>
        <a:xfrm>
          <a:off x="0" y="0"/>
          <a:ext cx="0" cy="0"/>
          <a:chOff x="0" y="0"/>
          <a:chExt cx="0" cy="0"/>
        </a:xfrm>
      </p:grpSpPr>
      <p:sp>
        <p:nvSpPr>
          <p:cNvPr id="50" name="Google Shape;50;p12"/>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1" name="Google Shape;51;p12"/>
          <p:cNvSpPr txBox="1"/>
          <p:nvPr>
            <p:ph idx="1" type="body"/>
          </p:nvPr>
        </p:nvSpPr>
        <p:spPr>
          <a:xfrm>
            <a:off x="2263139" y="11684000"/>
            <a:ext cx="28392300" cy="278484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52" name="Google Shape;52;p12"/>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2">
    <p:spTree>
      <p:nvGrpSpPr>
        <p:cNvPr id="53" name="Shape 53"/>
        <p:cNvGrpSpPr/>
        <p:nvPr/>
      </p:nvGrpSpPr>
      <p:grpSpPr>
        <a:xfrm>
          <a:off x="0" y="0"/>
          <a:ext cx="0" cy="0"/>
          <a:chOff x="0" y="0"/>
          <a:chExt cx="0" cy="0"/>
        </a:xfrm>
      </p:grpSpPr>
      <p:sp>
        <p:nvSpPr>
          <p:cNvPr id="54" name="Google Shape;54;p13"/>
          <p:cNvSpPr txBox="1"/>
          <p:nvPr>
            <p:ph type="title"/>
          </p:nvPr>
        </p:nvSpPr>
        <p:spPr>
          <a:xfrm>
            <a:off x="2245997" y="10942330"/>
            <a:ext cx="28392300" cy="182577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28800"/>
              <a:buFont typeface="Calibri"/>
              <a:buNone/>
              <a:defRPr sz="288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5" name="Google Shape;55;p13"/>
          <p:cNvSpPr txBox="1"/>
          <p:nvPr>
            <p:ph idx="1" type="body"/>
          </p:nvPr>
        </p:nvSpPr>
        <p:spPr>
          <a:xfrm>
            <a:off x="2245997" y="29372571"/>
            <a:ext cx="28392300" cy="96012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sz="11500"/>
            </a:lvl1pPr>
            <a:lvl2pPr indent="-228600" lvl="1" marL="914400" algn="l">
              <a:lnSpc>
                <a:spcPct val="90000"/>
              </a:lnSpc>
              <a:spcBef>
                <a:spcPts val="4800"/>
              </a:spcBef>
              <a:spcAft>
                <a:spcPts val="0"/>
              </a:spcAft>
              <a:buClr>
                <a:srgbClr val="000000"/>
              </a:buClr>
              <a:buSzPts val="11500"/>
              <a:buFont typeface="Calibri"/>
              <a:buNone/>
              <a:defRPr sz="11500"/>
            </a:lvl2pPr>
            <a:lvl3pPr indent="-228600" lvl="2" marL="1371600" algn="l">
              <a:lnSpc>
                <a:spcPct val="90000"/>
              </a:lnSpc>
              <a:spcBef>
                <a:spcPts val="4800"/>
              </a:spcBef>
              <a:spcAft>
                <a:spcPts val="0"/>
              </a:spcAft>
              <a:buClr>
                <a:srgbClr val="000000"/>
              </a:buClr>
              <a:buSzPts val="11500"/>
              <a:buFont typeface="Calibri"/>
              <a:buNone/>
              <a:defRPr sz="11500"/>
            </a:lvl3pPr>
            <a:lvl4pPr indent="-228600" lvl="3" marL="1828800" algn="l">
              <a:lnSpc>
                <a:spcPct val="90000"/>
              </a:lnSpc>
              <a:spcBef>
                <a:spcPts val="4800"/>
              </a:spcBef>
              <a:spcAft>
                <a:spcPts val="0"/>
              </a:spcAft>
              <a:buClr>
                <a:srgbClr val="000000"/>
              </a:buClr>
              <a:buSzPts val="11500"/>
              <a:buFont typeface="Calibri"/>
              <a:buNone/>
              <a:defRPr sz="11500"/>
            </a:lvl4pPr>
            <a:lvl5pPr indent="-228600" lvl="4" marL="2286000" algn="l">
              <a:lnSpc>
                <a:spcPct val="90000"/>
              </a:lnSpc>
              <a:spcBef>
                <a:spcPts val="4800"/>
              </a:spcBef>
              <a:spcAft>
                <a:spcPts val="0"/>
              </a:spcAft>
              <a:buClr>
                <a:srgbClr val="000000"/>
              </a:buClr>
              <a:buSzPts val="11500"/>
              <a:buFont typeface="Calibri"/>
              <a:buNone/>
              <a:defRPr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56" name="Google Shape;56;p13"/>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2">
    <p:spTree>
      <p:nvGrpSpPr>
        <p:cNvPr id="57" name="Shape 57"/>
        <p:cNvGrpSpPr/>
        <p:nvPr/>
      </p:nvGrpSpPr>
      <p:grpSpPr>
        <a:xfrm>
          <a:off x="0" y="0"/>
          <a:ext cx="0" cy="0"/>
          <a:chOff x="0" y="0"/>
          <a:chExt cx="0" cy="0"/>
        </a:xfrm>
      </p:grpSpPr>
      <p:sp>
        <p:nvSpPr>
          <p:cNvPr id="58" name="Google Shape;58;p14"/>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59" name="Google Shape;59;p14"/>
          <p:cNvSpPr txBox="1"/>
          <p:nvPr>
            <p:ph idx="1" type="body"/>
          </p:nvPr>
        </p:nvSpPr>
        <p:spPr>
          <a:xfrm>
            <a:off x="2263139" y="11684000"/>
            <a:ext cx="13990500" cy="278484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60" name="Google Shape;60;p14"/>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2">
    <p:spTree>
      <p:nvGrpSpPr>
        <p:cNvPr id="61" name="Shape 61"/>
        <p:cNvGrpSpPr/>
        <p:nvPr/>
      </p:nvGrpSpPr>
      <p:grpSpPr>
        <a:xfrm>
          <a:off x="0" y="0"/>
          <a:ext cx="0" cy="0"/>
          <a:chOff x="0" y="0"/>
          <a:chExt cx="0" cy="0"/>
        </a:xfrm>
      </p:grpSpPr>
      <p:sp>
        <p:nvSpPr>
          <p:cNvPr id="62" name="Google Shape;62;p15"/>
          <p:cNvSpPr txBox="1"/>
          <p:nvPr>
            <p:ph type="title"/>
          </p:nvPr>
        </p:nvSpPr>
        <p:spPr>
          <a:xfrm>
            <a:off x="2267428"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63" name="Google Shape;63;p15"/>
          <p:cNvSpPr txBox="1"/>
          <p:nvPr>
            <p:ph idx="1" type="body"/>
          </p:nvPr>
        </p:nvSpPr>
        <p:spPr>
          <a:xfrm>
            <a:off x="2267431" y="10759442"/>
            <a:ext cx="13926000" cy="5273100"/>
          </a:xfrm>
          <a:prstGeom prst="rect">
            <a:avLst/>
          </a:prstGeom>
          <a:noFill/>
          <a:ln>
            <a:noFill/>
          </a:ln>
        </p:spPr>
        <p:txBody>
          <a:bodyPr anchorCtr="0" anchor="b"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11500"/>
              <a:buFont typeface="Calibri"/>
              <a:buNone/>
              <a:defRPr b="1" sz="11500"/>
            </a:lvl1pPr>
            <a:lvl2pPr indent="-228600" lvl="1" marL="914400" algn="l">
              <a:lnSpc>
                <a:spcPct val="90000"/>
              </a:lnSpc>
              <a:spcBef>
                <a:spcPts val="4800"/>
              </a:spcBef>
              <a:spcAft>
                <a:spcPts val="0"/>
              </a:spcAft>
              <a:buClr>
                <a:srgbClr val="000000"/>
              </a:buClr>
              <a:buSzPts val="11500"/>
              <a:buFont typeface="Calibri"/>
              <a:buNone/>
              <a:defRPr b="1" sz="11500"/>
            </a:lvl2pPr>
            <a:lvl3pPr indent="-228600" lvl="2" marL="1371600" algn="l">
              <a:lnSpc>
                <a:spcPct val="90000"/>
              </a:lnSpc>
              <a:spcBef>
                <a:spcPts val="4800"/>
              </a:spcBef>
              <a:spcAft>
                <a:spcPts val="0"/>
              </a:spcAft>
              <a:buClr>
                <a:srgbClr val="000000"/>
              </a:buClr>
              <a:buSzPts val="11500"/>
              <a:buFont typeface="Calibri"/>
              <a:buNone/>
              <a:defRPr b="1" sz="11500"/>
            </a:lvl3pPr>
            <a:lvl4pPr indent="-228600" lvl="3" marL="1828800" algn="l">
              <a:lnSpc>
                <a:spcPct val="90000"/>
              </a:lnSpc>
              <a:spcBef>
                <a:spcPts val="4800"/>
              </a:spcBef>
              <a:spcAft>
                <a:spcPts val="0"/>
              </a:spcAft>
              <a:buClr>
                <a:srgbClr val="000000"/>
              </a:buClr>
              <a:buSzPts val="11500"/>
              <a:buFont typeface="Calibri"/>
              <a:buNone/>
              <a:defRPr b="1" sz="11500"/>
            </a:lvl4pPr>
            <a:lvl5pPr indent="-228600" lvl="4" marL="2286000" algn="l">
              <a:lnSpc>
                <a:spcPct val="90000"/>
              </a:lnSpc>
              <a:spcBef>
                <a:spcPts val="4800"/>
              </a:spcBef>
              <a:spcAft>
                <a:spcPts val="0"/>
              </a:spcAft>
              <a:buClr>
                <a:srgbClr val="000000"/>
              </a:buClr>
              <a:buSzPts val="11500"/>
              <a:buFont typeface="Calibri"/>
              <a:buNone/>
              <a:defRPr b="1"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64" name="Google Shape;64;p15"/>
          <p:cNvSpPr txBox="1"/>
          <p:nvPr>
            <p:ph idx="2" type="body"/>
          </p:nvPr>
        </p:nvSpPr>
        <p:spPr>
          <a:xfrm>
            <a:off x="16664942" y="10759442"/>
            <a:ext cx="13994700" cy="5273100"/>
          </a:xfrm>
          <a:prstGeom prst="rect">
            <a:avLst/>
          </a:prstGeom>
          <a:noFill/>
          <a:ln>
            <a:noFill/>
          </a:ln>
        </p:spPr>
        <p:txBody>
          <a:bodyPr anchorCtr="0" anchor="b"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65" name="Google Shape;65;p15"/>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2">
    <p:spTree>
      <p:nvGrpSpPr>
        <p:cNvPr id="66" name="Shape 66"/>
        <p:cNvGrpSpPr/>
        <p:nvPr/>
      </p:nvGrpSpPr>
      <p:grpSpPr>
        <a:xfrm>
          <a:off x="0" y="0"/>
          <a:ext cx="0" cy="0"/>
          <a:chOff x="0" y="0"/>
          <a:chExt cx="0" cy="0"/>
        </a:xfrm>
      </p:grpSpPr>
      <p:sp>
        <p:nvSpPr>
          <p:cNvPr id="67" name="Google Shape;67;p16"/>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68" name="Google Shape;68;p16"/>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spTree>
      <p:nvGrpSpPr>
        <p:cNvPr id="69" name="Shape 69"/>
        <p:cNvGrpSpPr/>
        <p:nvPr/>
      </p:nvGrpSpPr>
      <p:grpSpPr>
        <a:xfrm>
          <a:off x="0" y="0"/>
          <a:ext cx="0" cy="0"/>
          <a:chOff x="0" y="0"/>
          <a:chExt cx="0" cy="0"/>
        </a:xfrm>
      </p:grpSpPr>
      <p:sp>
        <p:nvSpPr>
          <p:cNvPr id="70" name="Google Shape;70;p17"/>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2">
    <p:spTree>
      <p:nvGrpSpPr>
        <p:cNvPr id="71" name="Shape 71"/>
        <p:cNvGrpSpPr/>
        <p:nvPr/>
      </p:nvGrpSpPr>
      <p:grpSpPr>
        <a:xfrm>
          <a:off x="0" y="0"/>
          <a:ext cx="0" cy="0"/>
          <a:chOff x="0" y="0"/>
          <a:chExt cx="0" cy="0"/>
        </a:xfrm>
      </p:grpSpPr>
      <p:sp>
        <p:nvSpPr>
          <p:cNvPr id="72" name="Google Shape;72;p18"/>
          <p:cNvSpPr txBox="1"/>
          <p:nvPr>
            <p:ph type="title"/>
          </p:nvPr>
        </p:nvSpPr>
        <p:spPr>
          <a:xfrm>
            <a:off x="2267428" y="2926080"/>
            <a:ext cx="10617000" cy="102411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3" name="Google Shape;73;p18"/>
          <p:cNvSpPr txBox="1"/>
          <p:nvPr>
            <p:ph idx="1" type="body"/>
          </p:nvPr>
        </p:nvSpPr>
        <p:spPr>
          <a:xfrm>
            <a:off x="13994608" y="6319529"/>
            <a:ext cx="16665000" cy="31191300"/>
          </a:xfrm>
          <a:prstGeom prst="rect">
            <a:avLst/>
          </a:prstGeom>
          <a:noFill/>
          <a:ln>
            <a:noFill/>
          </a:ln>
        </p:spPr>
        <p:txBody>
          <a:bodyPr anchorCtr="0" anchor="t" bIns="45700" lIns="45700" spcFirstLastPara="1" rIns="45700" wrap="square" tIns="45700">
            <a:noAutofit/>
          </a:bodyPr>
          <a:lstStyle>
            <a:lvl1pPr indent="-1200150" lvl="0" marL="457200" algn="l">
              <a:lnSpc>
                <a:spcPct val="90000"/>
              </a:lnSpc>
              <a:spcBef>
                <a:spcPts val="4800"/>
              </a:spcBef>
              <a:spcAft>
                <a:spcPts val="0"/>
              </a:spcAft>
              <a:buClr>
                <a:srgbClr val="000000"/>
              </a:buClr>
              <a:buSzPts val="15300"/>
              <a:buChar char="•"/>
              <a:defRPr sz="15300"/>
            </a:lvl1pPr>
            <a:lvl2pPr indent="-1200150" lvl="1" marL="914400" algn="l">
              <a:lnSpc>
                <a:spcPct val="90000"/>
              </a:lnSpc>
              <a:spcBef>
                <a:spcPts val="4800"/>
              </a:spcBef>
              <a:spcAft>
                <a:spcPts val="0"/>
              </a:spcAft>
              <a:buClr>
                <a:srgbClr val="000000"/>
              </a:buClr>
              <a:buSzPts val="15300"/>
              <a:buChar char="•"/>
              <a:defRPr sz="15300"/>
            </a:lvl2pPr>
            <a:lvl3pPr indent="-1200150" lvl="2" marL="1371600" algn="l">
              <a:lnSpc>
                <a:spcPct val="90000"/>
              </a:lnSpc>
              <a:spcBef>
                <a:spcPts val="4800"/>
              </a:spcBef>
              <a:spcAft>
                <a:spcPts val="0"/>
              </a:spcAft>
              <a:buClr>
                <a:srgbClr val="000000"/>
              </a:buClr>
              <a:buSzPts val="15300"/>
              <a:buChar char="•"/>
              <a:defRPr sz="15300"/>
            </a:lvl3pPr>
            <a:lvl4pPr indent="-1200150" lvl="3" marL="1828800" algn="l">
              <a:lnSpc>
                <a:spcPct val="90000"/>
              </a:lnSpc>
              <a:spcBef>
                <a:spcPts val="4800"/>
              </a:spcBef>
              <a:spcAft>
                <a:spcPts val="0"/>
              </a:spcAft>
              <a:buClr>
                <a:srgbClr val="000000"/>
              </a:buClr>
              <a:buSzPts val="15300"/>
              <a:buChar char="•"/>
              <a:defRPr sz="15300"/>
            </a:lvl4pPr>
            <a:lvl5pPr indent="-1200150" lvl="4" marL="2286000" algn="l">
              <a:lnSpc>
                <a:spcPct val="90000"/>
              </a:lnSpc>
              <a:spcBef>
                <a:spcPts val="4800"/>
              </a:spcBef>
              <a:spcAft>
                <a:spcPts val="0"/>
              </a:spcAft>
              <a:buClr>
                <a:srgbClr val="000000"/>
              </a:buClr>
              <a:buSzPts val="15300"/>
              <a:buChar char="•"/>
              <a:defRPr sz="153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74" name="Google Shape;74;p18"/>
          <p:cNvSpPr txBox="1"/>
          <p:nvPr>
            <p:ph idx="2" type="body"/>
          </p:nvPr>
        </p:nvSpPr>
        <p:spPr>
          <a:xfrm>
            <a:off x="2267428" y="13167358"/>
            <a:ext cx="10617000" cy="243942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75" name="Google Shape;75;p18"/>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2">
    <p:spTree>
      <p:nvGrpSpPr>
        <p:cNvPr id="76" name="Shape 76"/>
        <p:cNvGrpSpPr/>
        <p:nvPr/>
      </p:nvGrpSpPr>
      <p:grpSpPr>
        <a:xfrm>
          <a:off x="0" y="0"/>
          <a:ext cx="0" cy="0"/>
          <a:chOff x="0" y="0"/>
          <a:chExt cx="0" cy="0"/>
        </a:xfrm>
      </p:grpSpPr>
      <p:sp>
        <p:nvSpPr>
          <p:cNvPr id="77" name="Google Shape;77;p19"/>
          <p:cNvSpPr txBox="1"/>
          <p:nvPr>
            <p:ph type="title"/>
          </p:nvPr>
        </p:nvSpPr>
        <p:spPr>
          <a:xfrm>
            <a:off x="2267428" y="2926080"/>
            <a:ext cx="10617000" cy="102411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rgbClr val="000000"/>
              </a:buClr>
              <a:buSzPts val="15300"/>
              <a:buFont typeface="Calibri"/>
              <a:buNone/>
              <a:defRPr sz="153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78" name="Google Shape;78;p19"/>
          <p:cNvSpPr/>
          <p:nvPr>
            <p:ph idx="2" type="pic"/>
          </p:nvPr>
        </p:nvSpPr>
        <p:spPr>
          <a:xfrm>
            <a:off x="13994608" y="6319529"/>
            <a:ext cx="16665000" cy="31191300"/>
          </a:xfrm>
          <a:prstGeom prst="rect">
            <a:avLst/>
          </a:prstGeom>
          <a:noFill/>
          <a:ln>
            <a:noFill/>
          </a:ln>
        </p:spPr>
      </p:sp>
      <p:sp>
        <p:nvSpPr>
          <p:cNvPr id="79" name="Google Shape;79;p19"/>
          <p:cNvSpPr txBox="1"/>
          <p:nvPr>
            <p:ph idx="1" type="body"/>
          </p:nvPr>
        </p:nvSpPr>
        <p:spPr>
          <a:xfrm>
            <a:off x="2267428" y="13167358"/>
            <a:ext cx="10617000" cy="24394200"/>
          </a:xfrm>
          <a:prstGeom prst="rect">
            <a:avLst/>
          </a:prstGeom>
          <a:noFill/>
          <a:ln>
            <a:noFill/>
          </a:ln>
        </p:spPr>
        <p:txBody>
          <a:bodyPr anchorCtr="0" anchor="t" bIns="45700" lIns="45700" spcFirstLastPara="1" rIns="45700" wrap="square" tIns="45700">
            <a:noAutofit/>
          </a:bodyPr>
          <a:lstStyle>
            <a:lvl1pPr indent="-228600" lvl="0" marL="457200" algn="l">
              <a:lnSpc>
                <a:spcPct val="90000"/>
              </a:lnSpc>
              <a:spcBef>
                <a:spcPts val="4800"/>
              </a:spcBef>
              <a:spcAft>
                <a:spcPts val="0"/>
              </a:spcAft>
              <a:buClr>
                <a:srgbClr val="000000"/>
              </a:buClr>
              <a:buSzPts val="7600"/>
              <a:buFont typeface="Calibri"/>
              <a:buNone/>
              <a:defRPr sz="7600"/>
            </a:lvl1pPr>
            <a:lvl2pPr indent="-228600" lvl="1" marL="914400" algn="l">
              <a:lnSpc>
                <a:spcPct val="90000"/>
              </a:lnSpc>
              <a:spcBef>
                <a:spcPts val="4800"/>
              </a:spcBef>
              <a:spcAft>
                <a:spcPts val="0"/>
              </a:spcAft>
              <a:buClr>
                <a:srgbClr val="000000"/>
              </a:buClr>
              <a:buSzPts val="7600"/>
              <a:buFont typeface="Calibri"/>
              <a:buNone/>
              <a:defRPr sz="7600"/>
            </a:lvl2pPr>
            <a:lvl3pPr indent="-228600" lvl="2" marL="1371600" algn="l">
              <a:lnSpc>
                <a:spcPct val="90000"/>
              </a:lnSpc>
              <a:spcBef>
                <a:spcPts val="4800"/>
              </a:spcBef>
              <a:spcAft>
                <a:spcPts val="0"/>
              </a:spcAft>
              <a:buClr>
                <a:srgbClr val="000000"/>
              </a:buClr>
              <a:buSzPts val="7600"/>
              <a:buFont typeface="Calibri"/>
              <a:buNone/>
              <a:defRPr sz="7600"/>
            </a:lvl3pPr>
            <a:lvl4pPr indent="-228600" lvl="3" marL="1828800" algn="l">
              <a:lnSpc>
                <a:spcPct val="90000"/>
              </a:lnSpc>
              <a:spcBef>
                <a:spcPts val="4800"/>
              </a:spcBef>
              <a:spcAft>
                <a:spcPts val="0"/>
              </a:spcAft>
              <a:buClr>
                <a:srgbClr val="000000"/>
              </a:buClr>
              <a:buSzPts val="7600"/>
              <a:buFont typeface="Calibri"/>
              <a:buNone/>
              <a:defRPr sz="7600"/>
            </a:lvl4pPr>
            <a:lvl5pPr indent="-228600" lvl="4" marL="2286000" algn="l">
              <a:lnSpc>
                <a:spcPct val="90000"/>
              </a:lnSpc>
              <a:spcBef>
                <a:spcPts val="4800"/>
              </a:spcBef>
              <a:spcAft>
                <a:spcPts val="0"/>
              </a:spcAft>
              <a:buClr>
                <a:srgbClr val="000000"/>
              </a:buClr>
              <a:buSzPts val="7600"/>
              <a:buFont typeface="Calibri"/>
              <a:buNone/>
              <a:defRPr sz="76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80" name="Google Shape;80;p19"/>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2">
    <p:bg>
      <p:bgPr>
        <a:solidFill>
          <a:srgbClr val="003062"/>
        </a:solidFill>
      </p:bgPr>
    </p:bg>
    <p:spTree>
      <p:nvGrpSpPr>
        <p:cNvPr id="81" name="Shape 81"/>
        <p:cNvGrpSpPr/>
        <p:nvPr/>
      </p:nvGrpSpPr>
      <p:grpSpPr>
        <a:xfrm>
          <a:off x="0" y="0"/>
          <a:ext cx="0" cy="0"/>
          <a:chOff x="0" y="0"/>
          <a:chExt cx="0" cy="0"/>
        </a:xfrm>
      </p:grpSpPr>
      <p:sp>
        <p:nvSpPr>
          <p:cNvPr id="82" name="Google Shape;82;p20"/>
          <p:cNvSpPr txBox="1"/>
          <p:nvPr>
            <p:ph type="title"/>
          </p:nvPr>
        </p:nvSpPr>
        <p:spPr>
          <a:xfrm>
            <a:off x="2468880" y="13634721"/>
            <a:ext cx="27980700" cy="94080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3" name="Google Shape;83;p20"/>
          <p:cNvSpPr txBox="1"/>
          <p:nvPr>
            <p:ph idx="1" type="body"/>
          </p:nvPr>
        </p:nvSpPr>
        <p:spPr>
          <a:xfrm>
            <a:off x="4937760" y="24871679"/>
            <a:ext cx="23042700" cy="11216700"/>
          </a:xfrm>
          <a:prstGeom prst="rect">
            <a:avLst/>
          </a:prstGeom>
          <a:noFill/>
          <a:ln>
            <a:noFill/>
          </a:ln>
        </p:spPr>
        <p:txBody>
          <a:bodyPr anchorCtr="0" anchor="t" bIns="219450" lIns="219450" spcFirstLastPara="1" rIns="219450" wrap="square" tIns="219450">
            <a:noAutofit/>
          </a:bodyPr>
          <a:lstStyle>
            <a:lvl1pPr indent="-228600" lvl="0" marL="457200" algn="ctr">
              <a:lnSpc>
                <a:spcPct val="100000"/>
              </a:lnSpc>
              <a:spcBef>
                <a:spcPts val="3600"/>
              </a:spcBef>
              <a:spcAft>
                <a:spcPts val="0"/>
              </a:spcAft>
              <a:buClr>
                <a:srgbClr val="888888"/>
              </a:buClr>
              <a:buSzPts val="15400"/>
              <a:buFont typeface="Calibri"/>
              <a:buNone/>
              <a:defRPr sz="15400">
                <a:solidFill>
                  <a:srgbClr val="888888"/>
                </a:solidFill>
              </a:defRPr>
            </a:lvl1pPr>
            <a:lvl2pPr indent="-228600" lvl="1" marL="914400" algn="ctr">
              <a:lnSpc>
                <a:spcPct val="100000"/>
              </a:lnSpc>
              <a:spcBef>
                <a:spcPts val="3600"/>
              </a:spcBef>
              <a:spcAft>
                <a:spcPts val="0"/>
              </a:spcAft>
              <a:buClr>
                <a:srgbClr val="888888"/>
              </a:buClr>
              <a:buSzPts val="15400"/>
              <a:buFont typeface="Calibri"/>
              <a:buNone/>
              <a:defRPr sz="15400">
                <a:solidFill>
                  <a:srgbClr val="888888"/>
                </a:solidFill>
              </a:defRPr>
            </a:lvl2pPr>
            <a:lvl3pPr indent="-228600" lvl="2" marL="1371600" algn="ctr">
              <a:lnSpc>
                <a:spcPct val="100000"/>
              </a:lnSpc>
              <a:spcBef>
                <a:spcPts val="3600"/>
              </a:spcBef>
              <a:spcAft>
                <a:spcPts val="0"/>
              </a:spcAft>
              <a:buClr>
                <a:srgbClr val="888888"/>
              </a:buClr>
              <a:buSzPts val="15400"/>
              <a:buFont typeface="Calibri"/>
              <a:buNone/>
              <a:defRPr sz="15400">
                <a:solidFill>
                  <a:srgbClr val="888888"/>
                </a:solidFill>
              </a:defRPr>
            </a:lvl3pPr>
            <a:lvl4pPr indent="-228600" lvl="3" marL="1828800" algn="ctr">
              <a:lnSpc>
                <a:spcPct val="100000"/>
              </a:lnSpc>
              <a:spcBef>
                <a:spcPts val="3600"/>
              </a:spcBef>
              <a:spcAft>
                <a:spcPts val="0"/>
              </a:spcAft>
              <a:buClr>
                <a:srgbClr val="888888"/>
              </a:buClr>
              <a:buSzPts val="15400"/>
              <a:buFont typeface="Calibri"/>
              <a:buNone/>
              <a:defRPr sz="15400">
                <a:solidFill>
                  <a:srgbClr val="888888"/>
                </a:solidFill>
              </a:defRPr>
            </a:lvl4pPr>
            <a:lvl5pPr indent="-228600" lvl="4" marL="2286000" algn="ctr">
              <a:lnSpc>
                <a:spcPct val="100000"/>
              </a:lnSpc>
              <a:spcBef>
                <a:spcPts val="3600"/>
              </a:spcBef>
              <a:spcAft>
                <a:spcPts val="0"/>
              </a:spcAft>
              <a:buClr>
                <a:srgbClr val="888888"/>
              </a:buClr>
              <a:buSzPts val="15400"/>
              <a:buFont typeface="Calibri"/>
              <a:buNone/>
              <a:defRPr sz="15400">
                <a:solidFill>
                  <a:srgbClr val="888888"/>
                </a:solidFill>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84" name="Google Shape;84;p20"/>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2">
    <p:bg>
      <p:bgPr>
        <a:solidFill>
          <a:srgbClr val="003062"/>
        </a:solidFill>
      </p:bgPr>
    </p:bg>
    <p:spTree>
      <p:nvGrpSpPr>
        <p:cNvPr id="85" name="Shape 85"/>
        <p:cNvGrpSpPr/>
        <p:nvPr/>
      </p:nvGrpSpPr>
      <p:grpSpPr>
        <a:xfrm>
          <a:off x="0" y="0"/>
          <a:ext cx="0" cy="0"/>
          <a:chOff x="0" y="0"/>
          <a:chExt cx="0" cy="0"/>
        </a:xfrm>
      </p:grpSpPr>
      <p:sp>
        <p:nvSpPr>
          <p:cNvPr id="86" name="Google Shape;86;p21"/>
          <p:cNvSpPr txBox="1"/>
          <p:nvPr>
            <p:ph type="title"/>
          </p:nvPr>
        </p:nvSpPr>
        <p:spPr>
          <a:xfrm>
            <a:off x="1645919" y="1757681"/>
            <a:ext cx="29626500" cy="73152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87" name="Google Shape;87;p21"/>
          <p:cNvSpPr txBox="1"/>
          <p:nvPr>
            <p:ph idx="1" type="body"/>
          </p:nvPr>
        </p:nvSpPr>
        <p:spPr>
          <a:xfrm>
            <a:off x="1645919" y="10241282"/>
            <a:ext cx="29626500" cy="28965900"/>
          </a:xfrm>
          <a:prstGeom prst="rect">
            <a:avLst/>
          </a:prstGeom>
          <a:noFill/>
          <a:ln>
            <a:noFill/>
          </a:ln>
        </p:spPr>
        <p:txBody>
          <a:bodyPr anchorCtr="0" anchor="t" bIns="219450" lIns="219450" spcFirstLastPara="1" rIns="219450" wrap="square" tIns="219450">
            <a:noAutofit/>
          </a:bodyPr>
          <a:lstStyle>
            <a:lvl1pPr indent="-1206500" lvl="0" marL="457200" algn="l">
              <a:lnSpc>
                <a:spcPct val="100000"/>
              </a:lnSpc>
              <a:spcBef>
                <a:spcPts val="3600"/>
              </a:spcBef>
              <a:spcAft>
                <a:spcPts val="0"/>
              </a:spcAft>
              <a:buClr>
                <a:srgbClr val="000000"/>
              </a:buClr>
              <a:buSzPts val="15400"/>
              <a:buChar char="•"/>
              <a:defRPr sz="15400"/>
            </a:lvl1pPr>
            <a:lvl2pPr indent="-1206500" lvl="1" marL="914400" algn="l">
              <a:lnSpc>
                <a:spcPct val="100000"/>
              </a:lnSpc>
              <a:spcBef>
                <a:spcPts val="3600"/>
              </a:spcBef>
              <a:spcAft>
                <a:spcPts val="0"/>
              </a:spcAft>
              <a:buClr>
                <a:srgbClr val="000000"/>
              </a:buClr>
              <a:buSzPts val="15400"/>
              <a:buChar char="–"/>
              <a:defRPr sz="15400"/>
            </a:lvl2pPr>
            <a:lvl3pPr indent="-1206500" lvl="2" marL="1371600" algn="l">
              <a:lnSpc>
                <a:spcPct val="100000"/>
              </a:lnSpc>
              <a:spcBef>
                <a:spcPts val="3600"/>
              </a:spcBef>
              <a:spcAft>
                <a:spcPts val="0"/>
              </a:spcAft>
              <a:buClr>
                <a:srgbClr val="000000"/>
              </a:buClr>
              <a:buSzPts val="15400"/>
              <a:buChar char="•"/>
              <a:defRPr sz="15400"/>
            </a:lvl3pPr>
            <a:lvl4pPr indent="-1206500" lvl="3" marL="1828800" algn="l">
              <a:lnSpc>
                <a:spcPct val="100000"/>
              </a:lnSpc>
              <a:spcBef>
                <a:spcPts val="3600"/>
              </a:spcBef>
              <a:spcAft>
                <a:spcPts val="0"/>
              </a:spcAft>
              <a:buClr>
                <a:srgbClr val="000000"/>
              </a:buClr>
              <a:buSzPts val="15400"/>
              <a:buChar char="–"/>
              <a:defRPr sz="15400"/>
            </a:lvl4pPr>
            <a:lvl5pPr indent="-1206500" lvl="4" marL="2286000" algn="l">
              <a:lnSpc>
                <a:spcPct val="100000"/>
              </a:lnSpc>
              <a:spcBef>
                <a:spcPts val="3600"/>
              </a:spcBef>
              <a:spcAft>
                <a:spcPts val="0"/>
              </a:spcAft>
              <a:buClr>
                <a:srgbClr val="000000"/>
              </a:buClr>
              <a:buSzPts val="15400"/>
              <a:buChar char="»"/>
              <a:defRPr sz="154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88" name="Google Shape;88;p21"/>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3">
    <p:bg>
      <p:bgPr>
        <a:solidFill>
          <a:srgbClr val="003062"/>
        </a:solidFill>
      </p:bgPr>
    </p:bg>
    <p:spTree>
      <p:nvGrpSpPr>
        <p:cNvPr id="89" name="Shape 89"/>
        <p:cNvGrpSpPr/>
        <p:nvPr/>
      </p:nvGrpSpPr>
      <p:grpSpPr>
        <a:xfrm>
          <a:off x="0" y="0"/>
          <a:ext cx="0" cy="0"/>
          <a:chOff x="0" y="0"/>
          <a:chExt cx="0" cy="0"/>
        </a:xfrm>
      </p:grpSpPr>
      <p:sp>
        <p:nvSpPr>
          <p:cNvPr id="90" name="Google Shape;90;p22"/>
          <p:cNvSpPr txBox="1"/>
          <p:nvPr>
            <p:ph type="title"/>
          </p:nvPr>
        </p:nvSpPr>
        <p:spPr>
          <a:xfrm>
            <a:off x="2600326" y="28204160"/>
            <a:ext cx="27980700" cy="8717100"/>
          </a:xfrm>
          <a:prstGeom prst="rect">
            <a:avLst/>
          </a:prstGeom>
          <a:noFill/>
          <a:ln>
            <a:noFill/>
          </a:ln>
        </p:spPr>
        <p:txBody>
          <a:bodyPr anchorCtr="0" anchor="t" bIns="219450" lIns="219450" spcFirstLastPara="1" rIns="219450" wrap="square" tIns="219450">
            <a:noAutofit/>
          </a:bodyPr>
          <a:lstStyle>
            <a:lvl1pPr lvl="0" algn="l">
              <a:lnSpc>
                <a:spcPct val="100000"/>
              </a:lnSpc>
              <a:spcBef>
                <a:spcPts val="0"/>
              </a:spcBef>
              <a:spcAft>
                <a:spcPts val="0"/>
              </a:spcAft>
              <a:buClr>
                <a:srgbClr val="000000"/>
              </a:buClr>
              <a:buSzPts val="19200"/>
              <a:buFont typeface="Calibri"/>
              <a:buNone/>
              <a:defRPr b="1" sz="19200" cap="none">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1" name="Google Shape;91;p22"/>
          <p:cNvSpPr txBox="1"/>
          <p:nvPr>
            <p:ph idx="1" type="body"/>
          </p:nvPr>
        </p:nvSpPr>
        <p:spPr>
          <a:xfrm>
            <a:off x="2600326" y="18602965"/>
            <a:ext cx="27980700" cy="9601200"/>
          </a:xfrm>
          <a:prstGeom prst="rect">
            <a:avLst/>
          </a:prstGeom>
          <a:noFill/>
          <a:ln>
            <a:noFill/>
          </a:ln>
        </p:spPr>
        <p:txBody>
          <a:bodyPr anchorCtr="0" anchor="b" bIns="219450" lIns="219450" spcFirstLastPara="1" rIns="219450" wrap="square" tIns="219450">
            <a:noAutofit/>
          </a:bodyPr>
          <a:lstStyle>
            <a:lvl1pPr indent="-228600" lvl="0" marL="457200" algn="l">
              <a:lnSpc>
                <a:spcPct val="100000"/>
              </a:lnSpc>
              <a:spcBef>
                <a:spcPts val="2300"/>
              </a:spcBef>
              <a:spcAft>
                <a:spcPts val="0"/>
              </a:spcAft>
              <a:buClr>
                <a:srgbClr val="888888"/>
              </a:buClr>
              <a:buSzPts val="9600"/>
              <a:buFont typeface="Calibri"/>
              <a:buNone/>
              <a:defRPr sz="9600">
                <a:solidFill>
                  <a:srgbClr val="888888"/>
                </a:solidFill>
              </a:defRPr>
            </a:lvl1pPr>
            <a:lvl2pPr indent="-228600" lvl="1" marL="914400" algn="l">
              <a:lnSpc>
                <a:spcPct val="100000"/>
              </a:lnSpc>
              <a:spcBef>
                <a:spcPts val="2300"/>
              </a:spcBef>
              <a:spcAft>
                <a:spcPts val="0"/>
              </a:spcAft>
              <a:buClr>
                <a:srgbClr val="888888"/>
              </a:buClr>
              <a:buSzPts val="9600"/>
              <a:buFont typeface="Calibri"/>
              <a:buNone/>
              <a:defRPr sz="9600">
                <a:solidFill>
                  <a:srgbClr val="888888"/>
                </a:solidFill>
              </a:defRPr>
            </a:lvl2pPr>
            <a:lvl3pPr indent="-228600" lvl="2" marL="1371600" algn="l">
              <a:lnSpc>
                <a:spcPct val="100000"/>
              </a:lnSpc>
              <a:spcBef>
                <a:spcPts val="2300"/>
              </a:spcBef>
              <a:spcAft>
                <a:spcPts val="0"/>
              </a:spcAft>
              <a:buClr>
                <a:srgbClr val="888888"/>
              </a:buClr>
              <a:buSzPts val="9600"/>
              <a:buFont typeface="Calibri"/>
              <a:buNone/>
              <a:defRPr sz="9600">
                <a:solidFill>
                  <a:srgbClr val="888888"/>
                </a:solidFill>
              </a:defRPr>
            </a:lvl3pPr>
            <a:lvl4pPr indent="-228600" lvl="3" marL="1828800" algn="l">
              <a:lnSpc>
                <a:spcPct val="100000"/>
              </a:lnSpc>
              <a:spcBef>
                <a:spcPts val="2300"/>
              </a:spcBef>
              <a:spcAft>
                <a:spcPts val="0"/>
              </a:spcAft>
              <a:buClr>
                <a:srgbClr val="888888"/>
              </a:buClr>
              <a:buSzPts val="9600"/>
              <a:buFont typeface="Calibri"/>
              <a:buNone/>
              <a:defRPr sz="9600">
                <a:solidFill>
                  <a:srgbClr val="888888"/>
                </a:solidFill>
              </a:defRPr>
            </a:lvl4pPr>
            <a:lvl5pPr indent="-228600" lvl="4" marL="2286000" algn="l">
              <a:lnSpc>
                <a:spcPct val="100000"/>
              </a:lnSpc>
              <a:spcBef>
                <a:spcPts val="2300"/>
              </a:spcBef>
              <a:spcAft>
                <a:spcPts val="0"/>
              </a:spcAft>
              <a:buClr>
                <a:srgbClr val="888888"/>
              </a:buClr>
              <a:buSzPts val="9600"/>
              <a:buFont typeface="Calibri"/>
              <a:buNone/>
              <a:defRPr sz="9600">
                <a:solidFill>
                  <a:srgbClr val="888888"/>
                </a:solidFill>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92" name="Google Shape;92;p22"/>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3">
    <p:bg>
      <p:bgPr>
        <a:solidFill>
          <a:srgbClr val="003062"/>
        </a:solidFill>
      </p:bgPr>
    </p:bg>
    <p:spTree>
      <p:nvGrpSpPr>
        <p:cNvPr id="93" name="Shape 93"/>
        <p:cNvGrpSpPr/>
        <p:nvPr/>
      </p:nvGrpSpPr>
      <p:grpSpPr>
        <a:xfrm>
          <a:off x="0" y="0"/>
          <a:ext cx="0" cy="0"/>
          <a:chOff x="0" y="0"/>
          <a:chExt cx="0" cy="0"/>
        </a:xfrm>
      </p:grpSpPr>
      <p:sp>
        <p:nvSpPr>
          <p:cNvPr id="94" name="Google Shape;94;p23"/>
          <p:cNvSpPr txBox="1"/>
          <p:nvPr>
            <p:ph type="title"/>
          </p:nvPr>
        </p:nvSpPr>
        <p:spPr>
          <a:xfrm>
            <a:off x="1645919" y="1757681"/>
            <a:ext cx="29626500" cy="73152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5" name="Google Shape;95;p23"/>
          <p:cNvSpPr txBox="1"/>
          <p:nvPr>
            <p:ph idx="1" type="body"/>
          </p:nvPr>
        </p:nvSpPr>
        <p:spPr>
          <a:xfrm>
            <a:off x="1645919" y="10241282"/>
            <a:ext cx="14538900" cy="28965900"/>
          </a:xfrm>
          <a:prstGeom prst="rect">
            <a:avLst/>
          </a:prstGeom>
          <a:noFill/>
          <a:ln>
            <a:noFill/>
          </a:ln>
        </p:spPr>
        <p:txBody>
          <a:bodyPr anchorCtr="0" anchor="t" bIns="219450" lIns="219450" spcFirstLastPara="1" rIns="219450" wrap="square" tIns="219450">
            <a:noAutofit/>
          </a:bodyPr>
          <a:lstStyle>
            <a:lvl1pPr indent="-342900" lvl="0" marL="457200" algn="l">
              <a:lnSpc>
                <a:spcPct val="100000"/>
              </a:lnSpc>
              <a:spcBef>
                <a:spcPts val="3200"/>
              </a:spcBef>
              <a:spcAft>
                <a:spcPts val="0"/>
              </a:spcAft>
              <a:buClr>
                <a:srgbClr val="000000"/>
              </a:buClr>
              <a:buSzPts val="1800"/>
              <a:buChar char="•"/>
              <a:defRPr/>
            </a:lvl1pPr>
            <a:lvl2pPr indent="-342900" lvl="1" marL="914400" algn="l">
              <a:lnSpc>
                <a:spcPct val="100000"/>
              </a:lnSpc>
              <a:spcBef>
                <a:spcPts val="3200"/>
              </a:spcBef>
              <a:spcAft>
                <a:spcPts val="0"/>
              </a:spcAft>
              <a:buClr>
                <a:srgbClr val="000000"/>
              </a:buClr>
              <a:buSzPts val="1800"/>
              <a:buChar char="–"/>
              <a:defRPr/>
            </a:lvl2pPr>
            <a:lvl3pPr indent="-342900" lvl="2" marL="1371600" algn="l">
              <a:lnSpc>
                <a:spcPct val="100000"/>
              </a:lnSpc>
              <a:spcBef>
                <a:spcPts val="3200"/>
              </a:spcBef>
              <a:spcAft>
                <a:spcPts val="0"/>
              </a:spcAft>
              <a:buClr>
                <a:srgbClr val="000000"/>
              </a:buClr>
              <a:buSzPts val="1800"/>
              <a:buChar char="•"/>
              <a:defRPr/>
            </a:lvl3pPr>
            <a:lvl4pPr indent="-342900" lvl="3" marL="1828800" algn="l">
              <a:lnSpc>
                <a:spcPct val="100000"/>
              </a:lnSpc>
              <a:spcBef>
                <a:spcPts val="3200"/>
              </a:spcBef>
              <a:spcAft>
                <a:spcPts val="0"/>
              </a:spcAft>
              <a:buClr>
                <a:srgbClr val="000000"/>
              </a:buClr>
              <a:buSzPts val="1800"/>
              <a:buChar char="–"/>
              <a:defRPr/>
            </a:lvl4pPr>
            <a:lvl5pPr indent="-342900" lvl="4" marL="2286000" algn="l">
              <a:lnSpc>
                <a:spcPct val="100000"/>
              </a:lnSpc>
              <a:spcBef>
                <a:spcPts val="32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96" name="Google Shape;96;p23"/>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3">
    <p:bg>
      <p:bgPr>
        <a:solidFill>
          <a:srgbClr val="003062"/>
        </a:solidFill>
      </p:bgPr>
    </p:bg>
    <p:spTree>
      <p:nvGrpSpPr>
        <p:cNvPr id="97" name="Shape 97"/>
        <p:cNvGrpSpPr/>
        <p:nvPr/>
      </p:nvGrpSpPr>
      <p:grpSpPr>
        <a:xfrm>
          <a:off x="0" y="0"/>
          <a:ext cx="0" cy="0"/>
          <a:chOff x="0" y="0"/>
          <a:chExt cx="0" cy="0"/>
        </a:xfrm>
      </p:grpSpPr>
      <p:sp>
        <p:nvSpPr>
          <p:cNvPr id="98" name="Google Shape;98;p24"/>
          <p:cNvSpPr txBox="1"/>
          <p:nvPr>
            <p:ph type="title"/>
          </p:nvPr>
        </p:nvSpPr>
        <p:spPr>
          <a:xfrm>
            <a:off x="1645919" y="1757681"/>
            <a:ext cx="29626500" cy="73152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99" name="Google Shape;99;p24"/>
          <p:cNvSpPr txBox="1"/>
          <p:nvPr>
            <p:ph idx="1" type="body"/>
          </p:nvPr>
        </p:nvSpPr>
        <p:spPr>
          <a:xfrm>
            <a:off x="1645919" y="9824721"/>
            <a:ext cx="14544600" cy="4094400"/>
          </a:xfrm>
          <a:prstGeom prst="rect">
            <a:avLst/>
          </a:prstGeom>
          <a:noFill/>
          <a:ln>
            <a:noFill/>
          </a:ln>
        </p:spPr>
        <p:txBody>
          <a:bodyPr anchorCtr="0" anchor="b" bIns="219450" lIns="219450" spcFirstLastPara="1" rIns="219450" wrap="square" tIns="219450">
            <a:noAutofit/>
          </a:bodyPr>
          <a:lstStyle>
            <a:lvl1pPr indent="-228600" lvl="0" marL="457200" algn="l">
              <a:lnSpc>
                <a:spcPct val="100000"/>
              </a:lnSpc>
              <a:spcBef>
                <a:spcPts val="2700"/>
              </a:spcBef>
              <a:spcAft>
                <a:spcPts val="0"/>
              </a:spcAft>
              <a:buClr>
                <a:srgbClr val="000000"/>
              </a:buClr>
              <a:buSzPts val="11500"/>
              <a:buFont typeface="Calibri"/>
              <a:buNone/>
              <a:defRPr b="1" sz="11500"/>
            </a:lvl1pPr>
            <a:lvl2pPr indent="-228600" lvl="1" marL="914400" algn="l">
              <a:lnSpc>
                <a:spcPct val="100000"/>
              </a:lnSpc>
              <a:spcBef>
                <a:spcPts val="2700"/>
              </a:spcBef>
              <a:spcAft>
                <a:spcPts val="0"/>
              </a:spcAft>
              <a:buClr>
                <a:srgbClr val="000000"/>
              </a:buClr>
              <a:buSzPts val="11500"/>
              <a:buFont typeface="Calibri"/>
              <a:buNone/>
              <a:defRPr b="1" sz="11500"/>
            </a:lvl2pPr>
            <a:lvl3pPr indent="-228600" lvl="2" marL="1371600" algn="l">
              <a:lnSpc>
                <a:spcPct val="100000"/>
              </a:lnSpc>
              <a:spcBef>
                <a:spcPts val="2700"/>
              </a:spcBef>
              <a:spcAft>
                <a:spcPts val="0"/>
              </a:spcAft>
              <a:buClr>
                <a:srgbClr val="000000"/>
              </a:buClr>
              <a:buSzPts val="11500"/>
              <a:buFont typeface="Calibri"/>
              <a:buNone/>
              <a:defRPr b="1" sz="11500"/>
            </a:lvl3pPr>
            <a:lvl4pPr indent="-228600" lvl="3" marL="1828800" algn="l">
              <a:lnSpc>
                <a:spcPct val="100000"/>
              </a:lnSpc>
              <a:spcBef>
                <a:spcPts val="2700"/>
              </a:spcBef>
              <a:spcAft>
                <a:spcPts val="0"/>
              </a:spcAft>
              <a:buClr>
                <a:srgbClr val="000000"/>
              </a:buClr>
              <a:buSzPts val="11500"/>
              <a:buFont typeface="Calibri"/>
              <a:buNone/>
              <a:defRPr b="1" sz="11500"/>
            </a:lvl4pPr>
            <a:lvl5pPr indent="-228600" lvl="4" marL="2286000" algn="l">
              <a:lnSpc>
                <a:spcPct val="100000"/>
              </a:lnSpc>
              <a:spcBef>
                <a:spcPts val="2700"/>
              </a:spcBef>
              <a:spcAft>
                <a:spcPts val="0"/>
              </a:spcAft>
              <a:buClr>
                <a:srgbClr val="000000"/>
              </a:buClr>
              <a:buSzPts val="11500"/>
              <a:buFont typeface="Calibri"/>
              <a:buNone/>
              <a:defRPr b="1" sz="115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00" name="Google Shape;100;p24"/>
          <p:cNvSpPr txBox="1"/>
          <p:nvPr>
            <p:ph idx="2" type="body"/>
          </p:nvPr>
        </p:nvSpPr>
        <p:spPr>
          <a:xfrm>
            <a:off x="16722092" y="9824721"/>
            <a:ext cx="14550600" cy="4094400"/>
          </a:xfrm>
          <a:prstGeom prst="rect">
            <a:avLst/>
          </a:prstGeom>
          <a:noFill/>
          <a:ln>
            <a:noFill/>
          </a:ln>
        </p:spPr>
        <p:txBody>
          <a:bodyPr anchorCtr="0" anchor="b" bIns="219450" lIns="219450" spcFirstLastPara="1" rIns="219450" wrap="square" tIns="21945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01" name="Google Shape;101;p24"/>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3">
    <p:bg>
      <p:bgPr>
        <a:solidFill>
          <a:srgbClr val="003062"/>
        </a:solidFill>
      </p:bgPr>
    </p:bg>
    <p:spTree>
      <p:nvGrpSpPr>
        <p:cNvPr id="102" name="Shape 102"/>
        <p:cNvGrpSpPr/>
        <p:nvPr/>
      </p:nvGrpSpPr>
      <p:grpSpPr>
        <a:xfrm>
          <a:off x="0" y="0"/>
          <a:ext cx="0" cy="0"/>
          <a:chOff x="0" y="0"/>
          <a:chExt cx="0" cy="0"/>
        </a:xfrm>
      </p:grpSpPr>
      <p:sp>
        <p:nvSpPr>
          <p:cNvPr id="103" name="Google Shape;103;p25"/>
          <p:cNvSpPr txBox="1"/>
          <p:nvPr>
            <p:ph type="title"/>
          </p:nvPr>
        </p:nvSpPr>
        <p:spPr>
          <a:xfrm>
            <a:off x="1645919" y="1757681"/>
            <a:ext cx="29626500" cy="7315200"/>
          </a:xfrm>
          <a:prstGeom prst="rect">
            <a:avLst/>
          </a:prstGeom>
          <a:noFill/>
          <a:ln>
            <a:noFill/>
          </a:ln>
        </p:spPr>
        <p:txBody>
          <a:bodyPr anchorCtr="0" anchor="ctr" bIns="219450" lIns="219450" spcFirstLastPara="1" rIns="219450" wrap="square" tIns="219450">
            <a:noAutofit/>
          </a:bodyPr>
          <a:lstStyle>
            <a:lvl1pPr lvl="0" algn="l">
              <a:lnSpc>
                <a:spcPct val="100000"/>
              </a:lnSpc>
              <a:spcBef>
                <a:spcPts val="0"/>
              </a:spcBef>
              <a:spcAft>
                <a:spcPts val="0"/>
              </a:spcAft>
              <a:buClr>
                <a:srgbClr val="2C365E"/>
              </a:buClr>
              <a:buSzPts val="11500"/>
              <a:buFont typeface="Arial"/>
              <a:buNone/>
              <a:defRPr sz="11500">
                <a:solidFill>
                  <a:srgbClr val="2C365E"/>
                </a:solidFill>
                <a:latin typeface="Arial"/>
                <a:ea typeface="Arial"/>
                <a:cs typeface="Arial"/>
                <a:sym typeface="Arial"/>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4" name="Google Shape;104;p25"/>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3">
    <p:bg>
      <p:bgPr>
        <a:solidFill>
          <a:srgbClr val="003062"/>
        </a:solidFill>
      </p:bgPr>
    </p:bg>
    <p:spTree>
      <p:nvGrpSpPr>
        <p:cNvPr id="105" name="Shape 105"/>
        <p:cNvGrpSpPr/>
        <p:nvPr/>
      </p:nvGrpSpPr>
      <p:grpSpPr>
        <a:xfrm>
          <a:off x="0" y="0"/>
          <a:ext cx="0" cy="0"/>
          <a:chOff x="0" y="0"/>
          <a:chExt cx="0" cy="0"/>
        </a:xfrm>
      </p:grpSpPr>
      <p:sp>
        <p:nvSpPr>
          <p:cNvPr id="106" name="Google Shape;106;p26"/>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3">
    <p:bg>
      <p:bgPr>
        <a:solidFill>
          <a:srgbClr val="003062"/>
        </a:solidFill>
      </p:bgPr>
    </p:bg>
    <p:spTree>
      <p:nvGrpSpPr>
        <p:cNvPr id="107" name="Shape 107"/>
        <p:cNvGrpSpPr/>
        <p:nvPr/>
      </p:nvGrpSpPr>
      <p:grpSpPr>
        <a:xfrm>
          <a:off x="0" y="0"/>
          <a:ext cx="0" cy="0"/>
          <a:chOff x="0" y="0"/>
          <a:chExt cx="0" cy="0"/>
        </a:xfrm>
      </p:grpSpPr>
      <p:sp>
        <p:nvSpPr>
          <p:cNvPr id="108" name="Google Shape;108;p27"/>
          <p:cNvSpPr txBox="1"/>
          <p:nvPr>
            <p:ph type="title"/>
          </p:nvPr>
        </p:nvSpPr>
        <p:spPr>
          <a:xfrm>
            <a:off x="1645922" y="1747519"/>
            <a:ext cx="10830000" cy="7437300"/>
          </a:xfrm>
          <a:prstGeom prst="rect">
            <a:avLst/>
          </a:prstGeom>
          <a:noFill/>
          <a:ln>
            <a:noFill/>
          </a:ln>
        </p:spPr>
        <p:txBody>
          <a:bodyPr anchorCtr="0" anchor="b" bIns="219450" lIns="219450" spcFirstLastPara="1" rIns="219450" wrap="square" tIns="219450">
            <a:noAutofit/>
          </a:bodyPr>
          <a:lstStyle>
            <a:lvl1pPr lvl="0" algn="l">
              <a:lnSpc>
                <a:spcPct val="100000"/>
              </a:lnSpc>
              <a:spcBef>
                <a:spcPts val="0"/>
              </a:spcBef>
              <a:spcAft>
                <a:spcPts val="0"/>
              </a:spcAft>
              <a:buClr>
                <a:srgbClr val="000000"/>
              </a:buClr>
              <a:buSzPts val="9600"/>
              <a:buFont typeface="Calibri"/>
              <a:buNone/>
              <a:defRPr b="1" sz="9600">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09" name="Google Shape;109;p27"/>
          <p:cNvSpPr txBox="1"/>
          <p:nvPr>
            <p:ph idx="1" type="body"/>
          </p:nvPr>
        </p:nvSpPr>
        <p:spPr>
          <a:xfrm>
            <a:off x="12870179" y="1747523"/>
            <a:ext cx="18402300" cy="37460100"/>
          </a:xfrm>
          <a:prstGeom prst="rect">
            <a:avLst/>
          </a:prstGeom>
          <a:noFill/>
          <a:ln>
            <a:noFill/>
          </a:ln>
        </p:spPr>
        <p:txBody>
          <a:bodyPr anchorCtr="0" anchor="t" bIns="219450" lIns="219450" spcFirstLastPara="1" rIns="219450" wrap="square" tIns="219450">
            <a:noAutofit/>
          </a:bodyPr>
          <a:lstStyle>
            <a:lvl1pPr indent="-1206500" lvl="0" marL="457200" algn="l">
              <a:lnSpc>
                <a:spcPct val="100000"/>
              </a:lnSpc>
              <a:spcBef>
                <a:spcPts val="3600"/>
              </a:spcBef>
              <a:spcAft>
                <a:spcPts val="0"/>
              </a:spcAft>
              <a:buClr>
                <a:srgbClr val="000000"/>
              </a:buClr>
              <a:buSzPts val="15400"/>
              <a:buChar char="•"/>
              <a:defRPr sz="15400"/>
            </a:lvl1pPr>
            <a:lvl2pPr indent="-1206500" lvl="1" marL="914400" algn="l">
              <a:lnSpc>
                <a:spcPct val="100000"/>
              </a:lnSpc>
              <a:spcBef>
                <a:spcPts val="3600"/>
              </a:spcBef>
              <a:spcAft>
                <a:spcPts val="0"/>
              </a:spcAft>
              <a:buClr>
                <a:srgbClr val="000000"/>
              </a:buClr>
              <a:buSzPts val="15400"/>
              <a:buChar char="–"/>
              <a:defRPr sz="15400"/>
            </a:lvl2pPr>
            <a:lvl3pPr indent="-1206500" lvl="2" marL="1371600" algn="l">
              <a:lnSpc>
                <a:spcPct val="100000"/>
              </a:lnSpc>
              <a:spcBef>
                <a:spcPts val="3600"/>
              </a:spcBef>
              <a:spcAft>
                <a:spcPts val="0"/>
              </a:spcAft>
              <a:buClr>
                <a:srgbClr val="000000"/>
              </a:buClr>
              <a:buSzPts val="15400"/>
              <a:buChar char="•"/>
              <a:defRPr sz="15400"/>
            </a:lvl3pPr>
            <a:lvl4pPr indent="-1206500" lvl="3" marL="1828800" algn="l">
              <a:lnSpc>
                <a:spcPct val="100000"/>
              </a:lnSpc>
              <a:spcBef>
                <a:spcPts val="3600"/>
              </a:spcBef>
              <a:spcAft>
                <a:spcPts val="0"/>
              </a:spcAft>
              <a:buClr>
                <a:srgbClr val="000000"/>
              </a:buClr>
              <a:buSzPts val="15400"/>
              <a:buChar char="–"/>
              <a:defRPr sz="15400"/>
            </a:lvl4pPr>
            <a:lvl5pPr indent="-1206500" lvl="4" marL="2286000" algn="l">
              <a:lnSpc>
                <a:spcPct val="100000"/>
              </a:lnSpc>
              <a:spcBef>
                <a:spcPts val="3600"/>
              </a:spcBef>
              <a:spcAft>
                <a:spcPts val="0"/>
              </a:spcAft>
              <a:buClr>
                <a:srgbClr val="000000"/>
              </a:buClr>
              <a:buSzPts val="15400"/>
              <a:buChar char="»"/>
              <a:defRPr sz="154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10" name="Google Shape;110;p27"/>
          <p:cNvSpPr txBox="1"/>
          <p:nvPr>
            <p:ph idx="2" type="body"/>
          </p:nvPr>
        </p:nvSpPr>
        <p:spPr>
          <a:xfrm>
            <a:off x="1645922" y="9184642"/>
            <a:ext cx="10830000" cy="30022800"/>
          </a:xfrm>
          <a:prstGeom prst="rect">
            <a:avLst/>
          </a:prstGeom>
          <a:noFill/>
          <a:ln>
            <a:noFill/>
          </a:ln>
        </p:spPr>
        <p:txBody>
          <a:bodyPr anchorCtr="0" anchor="t" bIns="219450" lIns="219450" spcFirstLastPara="1" rIns="219450" wrap="square" tIns="219450">
            <a:noAutofit/>
          </a:bodyPr>
          <a:lstStyle>
            <a:lvl1pPr indent="-342900" lvl="0" marL="457200" algn="l">
              <a:lnSpc>
                <a:spcPct val="90000"/>
              </a:lnSpc>
              <a:spcBef>
                <a:spcPts val="4800"/>
              </a:spcBef>
              <a:spcAft>
                <a:spcPts val="0"/>
              </a:spcAft>
              <a:buClr>
                <a:srgbClr val="000000"/>
              </a:buClr>
              <a:buSzPts val="1800"/>
              <a:buChar char="•"/>
              <a:defRPr/>
            </a:lvl1pPr>
            <a:lvl2pPr indent="-342900" lvl="1" marL="914400" algn="l">
              <a:lnSpc>
                <a:spcPct val="90000"/>
              </a:lnSpc>
              <a:spcBef>
                <a:spcPts val="4800"/>
              </a:spcBef>
              <a:spcAft>
                <a:spcPts val="0"/>
              </a:spcAft>
              <a:buClr>
                <a:srgbClr val="000000"/>
              </a:buClr>
              <a:buSzPts val="1800"/>
              <a:buChar char="•"/>
              <a:defRPr/>
            </a:lvl2pPr>
            <a:lvl3pPr indent="-342900" lvl="2" marL="1371600" algn="l">
              <a:lnSpc>
                <a:spcPct val="90000"/>
              </a:lnSpc>
              <a:spcBef>
                <a:spcPts val="4800"/>
              </a:spcBef>
              <a:spcAft>
                <a:spcPts val="0"/>
              </a:spcAft>
              <a:buClr>
                <a:srgbClr val="000000"/>
              </a:buClr>
              <a:buSzPts val="1800"/>
              <a:buChar char="•"/>
              <a:defRPr/>
            </a:lvl3pPr>
            <a:lvl4pPr indent="-342900" lvl="3" marL="1828800" algn="l">
              <a:lnSpc>
                <a:spcPct val="90000"/>
              </a:lnSpc>
              <a:spcBef>
                <a:spcPts val="4800"/>
              </a:spcBef>
              <a:spcAft>
                <a:spcPts val="0"/>
              </a:spcAft>
              <a:buClr>
                <a:srgbClr val="000000"/>
              </a:buClr>
              <a:buSzPts val="1800"/>
              <a:buChar char="•"/>
              <a:defRPr/>
            </a:lvl4pPr>
            <a:lvl5pPr indent="-342900" lvl="4" marL="2286000" algn="l">
              <a:lnSpc>
                <a:spcPct val="90000"/>
              </a:lnSpc>
              <a:spcBef>
                <a:spcPts val="4800"/>
              </a:spcBef>
              <a:spcAft>
                <a:spcPts val="0"/>
              </a:spcAft>
              <a:buClr>
                <a:srgbClr val="000000"/>
              </a:buClr>
              <a:buSzPts val="1800"/>
              <a:buChar char="•"/>
              <a:defRPr/>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11" name="Google Shape;111;p27"/>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3">
    <p:bg>
      <p:bgPr>
        <a:solidFill>
          <a:srgbClr val="003062"/>
        </a:solidFill>
      </p:bgPr>
    </p:bg>
    <p:spTree>
      <p:nvGrpSpPr>
        <p:cNvPr id="112" name="Shape 112"/>
        <p:cNvGrpSpPr/>
        <p:nvPr/>
      </p:nvGrpSpPr>
      <p:grpSpPr>
        <a:xfrm>
          <a:off x="0" y="0"/>
          <a:ext cx="0" cy="0"/>
          <a:chOff x="0" y="0"/>
          <a:chExt cx="0" cy="0"/>
        </a:xfrm>
      </p:grpSpPr>
      <p:sp>
        <p:nvSpPr>
          <p:cNvPr id="113" name="Google Shape;113;p28"/>
          <p:cNvSpPr txBox="1"/>
          <p:nvPr>
            <p:ph type="title"/>
          </p:nvPr>
        </p:nvSpPr>
        <p:spPr>
          <a:xfrm>
            <a:off x="6452236" y="30723840"/>
            <a:ext cx="19751100" cy="3627300"/>
          </a:xfrm>
          <a:prstGeom prst="rect">
            <a:avLst/>
          </a:prstGeom>
          <a:noFill/>
          <a:ln>
            <a:noFill/>
          </a:ln>
        </p:spPr>
        <p:txBody>
          <a:bodyPr anchorCtr="0" anchor="b" bIns="219450" lIns="219450" spcFirstLastPara="1" rIns="219450" wrap="square" tIns="219450">
            <a:noAutofit/>
          </a:bodyPr>
          <a:lstStyle>
            <a:lvl1pPr lvl="0" algn="l">
              <a:lnSpc>
                <a:spcPct val="100000"/>
              </a:lnSpc>
              <a:spcBef>
                <a:spcPts val="0"/>
              </a:spcBef>
              <a:spcAft>
                <a:spcPts val="0"/>
              </a:spcAft>
              <a:buClr>
                <a:srgbClr val="000000"/>
              </a:buClr>
              <a:buSzPts val="9600"/>
              <a:buFont typeface="Calibri"/>
              <a:buNone/>
              <a:defRPr b="1" sz="9600">
                <a:latin typeface="Calibri"/>
                <a:ea typeface="Calibri"/>
                <a:cs typeface="Calibri"/>
                <a:sym typeface="Calibri"/>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14" name="Google Shape;114;p28"/>
          <p:cNvSpPr/>
          <p:nvPr>
            <p:ph idx="2" type="pic"/>
          </p:nvPr>
        </p:nvSpPr>
        <p:spPr>
          <a:xfrm>
            <a:off x="6452236" y="3921760"/>
            <a:ext cx="19751100" cy="26334900"/>
          </a:xfrm>
          <a:prstGeom prst="rect">
            <a:avLst/>
          </a:prstGeom>
          <a:noFill/>
          <a:ln>
            <a:noFill/>
          </a:ln>
        </p:spPr>
      </p:sp>
      <p:sp>
        <p:nvSpPr>
          <p:cNvPr id="115" name="Google Shape;115;p28"/>
          <p:cNvSpPr txBox="1"/>
          <p:nvPr>
            <p:ph idx="1" type="body"/>
          </p:nvPr>
        </p:nvSpPr>
        <p:spPr>
          <a:xfrm>
            <a:off x="6452236" y="34350960"/>
            <a:ext cx="19751100" cy="5151300"/>
          </a:xfrm>
          <a:prstGeom prst="rect">
            <a:avLst/>
          </a:prstGeom>
          <a:noFill/>
          <a:ln>
            <a:noFill/>
          </a:ln>
        </p:spPr>
        <p:txBody>
          <a:bodyPr anchorCtr="0" anchor="t" bIns="219450" lIns="219450" spcFirstLastPara="1" rIns="219450" wrap="square" tIns="219450">
            <a:noAutofit/>
          </a:bodyPr>
          <a:lstStyle>
            <a:lvl1pPr indent="-228600" lvl="0" marL="457200" algn="l">
              <a:lnSpc>
                <a:spcPct val="100000"/>
              </a:lnSpc>
              <a:spcBef>
                <a:spcPts val="1600"/>
              </a:spcBef>
              <a:spcAft>
                <a:spcPts val="0"/>
              </a:spcAft>
              <a:buClr>
                <a:srgbClr val="000000"/>
              </a:buClr>
              <a:buSzPts val="6700"/>
              <a:buFont typeface="Calibri"/>
              <a:buNone/>
              <a:defRPr sz="6700"/>
            </a:lvl1pPr>
            <a:lvl2pPr indent="-228600" lvl="1" marL="914400" algn="l">
              <a:lnSpc>
                <a:spcPct val="100000"/>
              </a:lnSpc>
              <a:spcBef>
                <a:spcPts val="1600"/>
              </a:spcBef>
              <a:spcAft>
                <a:spcPts val="0"/>
              </a:spcAft>
              <a:buClr>
                <a:srgbClr val="000000"/>
              </a:buClr>
              <a:buSzPts val="6700"/>
              <a:buFont typeface="Calibri"/>
              <a:buNone/>
              <a:defRPr sz="6700"/>
            </a:lvl2pPr>
            <a:lvl3pPr indent="-228600" lvl="2" marL="1371600" algn="l">
              <a:lnSpc>
                <a:spcPct val="100000"/>
              </a:lnSpc>
              <a:spcBef>
                <a:spcPts val="1600"/>
              </a:spcBef>
              <a:spcAft>
                <a:spcPts val="0"/>
              </a:spcAft>
              <a:buClr>
                <a:srgbClr val="000000"/>
              </a:buClr>
              <a:buSzPts val="6700"/>
              <a:buFont typeface="Calibri"/>
              <a:buNone/>
              <a:defRPr sz="6700"/>
            </a:lvl3pPr>
            <a:lvl4pPr indent="-228600" lvl="3" marL="1828800" algn="l">
              <a:lnSpc>
                <a:spcPct val="100000"/>
              </a:lnSpc>
              <a:spcBef>
                <a:spcPts val="1600"/>
              </a:spcBef>
              <a:spcAft>
                <a:spcPts val="0"/>
              </a:spcAft>
              <a:buClr>
                <a:srgbClr val="000000"/>
              </a:buClr>
              <a:buSzPts val="6700"/>
              <a:buFont typeface="Calibri"/>
              <a:buNone/>
              <a:defRPr sz="6700"/>
            </a:lvl4pPr>
            <a:lvl5pPr indent="-228600" lvl="4" marL="2286000" algn="l">
              <a:lnSpc>
                <a:spcPct val="100000"/>
              </a:lnSpc>
              <a:spcBef>
                <a:spcPts val="1600"/>
              </a:spcBef>
              <a:spcAft>
                <a:spcPts val="0"/>
              </a:spcAft>
              <a:buClr>
                <a:srgbClr val="000000"/>
              </a:buClr>
              <a:buSzPts val="6700"/>
              <a:buFont typeface="Calibri"/>
              <a:buNone/>
              <a:defRPr sz="6700"/>
            </a:lvl5pPr>
            <a:lvl6pPr indent="-342900" lvl="5" marL="2743200" algn="l">
              <a:lnSpc>
                <a:spcPct val="90000"/>
              </a:lnSpc>
              <a:spcBef>
                <a:spcPts val="4800"/>
              </a:spcBef>
              <a:spcAft>
                <a:spcPts val="0"/>
              </a:spcAft>
              <a:buClr>
                <a:srgbClr val="000000"/>
              </a:buClr>
              <a:buSzPts val="1800"/>
              <a:buChar char="•"/>
              <a:defRPr/>
            </a:lvl6pPr>
            <a:lvl7pPr indent="-342900" lvl="6" marL="3200400" algn="l">
              <a:lnSpc>
                <a:spcPct val="90000"/>
              </a:lnSpc>
              <a:spcBef>
                <a:spcPts val="4800"/>
              </a:spcBef>
              <a:spcAft>
                <a:spcPts val="0"/>
              </a:spcAft>
              <a:buClr>
                <a:srgbClr val="000000"/>
              </a:buClr>
              <a:buSzPts val="1800"/>
              <a:buChar char="•"/>
              <a:defRPr/>
            </a:lvl7pPr>
            <a:lvl8pPr indent="-342900" lvl="7" marL="3657600" algn="l">
              <a:lnSpc>
                <a:spcPct val="90000"/>
              </a:lnSpc>
              <a:spcBef>
                <a:spcPts val="4800"/>
              </a:spcBef>
              <a:spcAft>
                <a:spcPts val="0"/>
              </a:spcAft>
              <a:buClr>
                <a:srgbClr val="000000"/>
              </a:buClr>
              <a:buSzPts val="1800"/>
              <a:buChar char="•"/>
              <a:defRPr/>
            </a:lvl8pPr>
            <a:lvl9pPr indent="-342900" lvl="8" marL="4114800" algn="l">
              <a:lnSpc>
                <a:spcPct val="90000"/>
              </a:lnSpc>
              <a:spcBef>
                <a:spcPts val="4800"/>
              </a:spcBef>
              <a:spcAft>
                <a:spcPts val="0"/>
              </a:spcAft>
              <a:buClr>
                <a:srgbClr val="000000"/>
              </a:buClr>
              <a:buSzPts val="1800"/>
              <a:buChar char="•"/>
              <a:defRPr/>
            </a:lvl9pPr>
          </a:lstStyle>
          <a:p/>
        </p:txBody>
      </p:sp>
      <p:sp>
        <p:nvSpPr>
          <p:cNvPr id="116" name="Google Shape;116;p28"/>
          <p:cNvSpPr txBox="1"/>
          <p:nvPr>
            <p:ph idx="12" type="sldNum"/>
          </p:nvPr>
        </p:nvSpPr>
        <p:spPr>
          <a:xfrm>
            <a:off x="30473623" y="40955300"/>
            <a:ext cx="798900" cy="1787700"/>
          </a:xfrm>
          <a:prstGeom prst="rect">
            <a:avLst/>
          </a:prstGeom>
          <a:noFill/>
          <a:ln>
            <a:noFill/>
          </a:ln>
        </p:spPr>
        <p:txBody>
          <a:bodyPr anchorCtr="0" anchor="ctr" bIns="219450" lIns="219450" spcFirstLastPara="1" rIns="219450" wrap="square" tIns="219450">
            <a:noAutofit/>
          </a:bodyPr>
          <a:lstStyle>
            <a:lvl1pPr indent="0" lvl="0"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800"/>
              <a:buFont typeface="Calibri"/>
              <a:buNone/>
              <a:defRPr b="0" i="0" sz="5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117" name="Shape 117"/>
        <p:cNvGrpSpPr/>
        <p:nvPr/>
      </p:nvGrpSpPr>
      <p:grpSpPr>
        <a:xfrm>
          <a:off x="0" y="0"/>
          <a:ext cx="0" cy="0"/>
          <a:chOff x="0" y="0"/>
          <a:chExt cx="0" cy="0"/>
        </a:xfrm>
      </p:grpSpPr>
      <p:sp>
        <p:nvSpPr>
          <p:cNvPr id="118" name="Google Shape;118;p29"/>
          <p:cNvSpPr txBox="1"/>
          <p:nvPr>
            <p:ph type="title"/>
          </p:nvPr>
        </p:nvSpPr>
        <p:spPr>
          <a:xfrm>
            <a:off x="2263140" y="2336809"/>
            <a:ext cx="28392300" cy="8483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90000"/>
              </a:lnSpc>
              <a:spcBef>
                <a:spcPts val="0"/>
              </a:spcBef>
              <a:spcAft>
                <a:spcPts val="0"/>
              </a:spcAft>
              <a:buSzPts val="21100"/>
              <a:buNone/>
              <a:defRPr/>
            </a:lvl2pPr>
            <a:lvl3pPr lvl="2" algn="l">
              <a:lnSpc>
                <a:spcPct val="90000"/>
              </a:lnSpc>
              <a:spcBef>
                <a:spcPts val="0"/>
              </a:spcBef>
              <a:spcAft>
                <a:spcPts val="0"/>
              </a:spcAft>
              <a:buSzPts val="21100"/>
              <a:buNone/>
              <a:defRPr/>
            </a:lvl3pPr>
            <a:lvl4pPr lvl="3" algn="l">
              <a:lnSpc>
                <a:spcPct val="90000"/>
              </a:lnSpc>
              <a:spcBef>
                <a:spcPts val="0"/>
              </a:spcBef>
              <a:spcAft>
                <a:spcPts val="0"/>
              </a:spcAft>
              <a:buSzPts val="21100"/>
              <a:buNone/>
              <a:defRPr/>
            </a:lvl4pPr>
            <a:lvl5pPr lvl="4" algn="l">
              <a:lnSpc>
                <a:spcPct val="90000"/>
              </a:lnSpc>
              <a:spcBef>
                <a:spcPts val="0"/>
              </a:spcBef>
              <a:spcAft>
                <a:spcPts val="0"/>
              </a:spcAft>
              <a:buSzPts val="21100"/>
              <a:buNone/>
              <a:defRPr/>
            </a:lvl5pPr>
            <a:lvl6pPr lvl="5" algn="l">
              <a:lnSpc>
                <a:spcPct val="90000"/>
              </a:lnSpc>
              <a:spcBef>
                <a:spcPts val="0"/>
              </a:spcBef>
              <a:spcAft>
                <a:spcPts val="0"/>
              </a:spcAft>
              <a:buSzPts val="21100"/>
              <a:buNone/>
              <a:defRPr/>
            </a:lvl6pPr>
            <a:lvl7pPr lvl="6" algn="l">
              <a:lnSpc>
                <a:spcPct val="90000"/>
              </a:lnSpc>
              <a:spcBef>
                <a:spcPts val="0"/>
              </a:spcBef>
              <a:spcAft>
                <a:spcPts val="0"/>
              </a:spcAft>
              <a:buSzPts val="21100"/>
              <a:buNone/>
              <a:defRPr/>
            </a:lvl7pPr>
            <a:lvl8pPr lvl="7" algn="l">
              <a:lnSpc>
                <a:spcPct val="90000"/>
              </a:lnSpc>
              <a:spcBef>
                <a:spcPts val="0"/>
              </a:spcBef>
              <a:spcAft>
                <a:spcPts val="0"/>
              </a:spcAft>
              <a:buSzPts val="21100"/>
              <a:buNone/>
              <a:defRPr/>
            </a:lvl8pPr>
            <a:lvl9pPr lvl="8" algn="l">
              <a:lnSpc>
                <a:spcPct val="90000"/>
              </a:lnSpc>
              <a:spcBef>
                <a:spcPts val="0"/>
              </a:spcBef>
              <a:spcAft>
                <a:spcPts val="0"/>
              </a:spcAft>
              <a:buSzPts val="21100"/>
              <a:buNone/>
              <a:defRPr/>
            </a:lvl9pPr>
          </a:lstStyle>
          <a:p/>
        </p:txBody>
      </p:sp>
      <p:sp>
        <p:nvSpPr>
          <p:cNvPr id="119" name="Google Shape;119;p29"/>
          <p:cNvSpPr txBox="1"/>
          <p:nvPr>
            <p:ph idx="1" type="body"/>
          </p:nvPr>
        </p:nvSpPr>
        <p:spPr>
          <a:xfrm>
            <a:off x="2263140" y="11684000"/>
            <a:ext cx="28392300" cy="278484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4800"/>
              </a:spcBef>
              <a:spcAft>
                <a:spcPts val="0"/>
              </a:spcAft>
              <a:buClr>
                <a:schemeClr val="dk1"/>
              </a:buClr>
              <a:buSzPts val="1800"/>
              <a:buChar char="•"/>
              <a:defRPr/>
            </a:lvl1pPr>
            <a:lvl2pPr indent="-342900" lvl="1" marL="914400" algn="l">
              <a:lnSpc>
                <a:spcPct val="90000"/>
              </a:lnSpc>
              <a:spcBef>
                <a:spcPts val="2400"/>
              </a:spcBef>
              <a:spcAft>
                <a:spcPts val="0"/>
              </a:spcAft>
              <a:buClr>
                <a:schemeClr val="dk1"/>
              </a:buClr>
              <a:buSzPts val="1800"/>
              <a:buChar char="•"/>
              <a:defRPr/>
            </a:lvl2pPr>
            <a:lvl3pPr indent="-342900" lvl="2" marL="1371600" algn="l">
              <a:lnSpc>
                <a:spcPct val="90000"/>
              </a:lnSpc>
              <a:spcBef>
                <a:spcPts val="2400"/>
              </a:spcBef>
              <a:spcAft>
                <a:spcPts val="0"/>
              </a:spcAft>
              <a:buClr>
                <a:schemeClr val="dk1"/>
              </a:buClr>
              <a:buSzPts val="1800"/>
              <a:buChar char="•"/>
              <a:defRPr/>
            </a:lvl3pPr>
            <a:lvl4pPr indent="-342900" lvl="3" marL="1828800" algn="l">
              <a:lnSpc>
                <a:spcPct val="90000"/>
              </a:lnSpc>
              <a:spcBef>
                <a:spcPts val="2400"/>
              </a:spcBef>
              <a:spcAft>
                <a:spcPts val="0"/>
              </a:spcAft>
              <a:buClr>
                <a:schemeClr val="dk1"/>
              </a:buClr>
              <a:buSzPts val="1800"/>
              <a:buChar char="•"/>
              <a:defRPr/>
            </a:lvl4pPr>
            <a:lvl5pPr indent="-342900" lvl="4" marL="2286000" algn="l">
              <a:lnSpc>
                <a:spcPct val="90000"/>
              </a:lnSpc>
              <a:spcBef>
                <a:spcPts val="2400"/>
              </a:spcBef>
              <a:spcAft>
                <a:spcPts val="0"/>
              </a:spcAft>
              <a:buClr>
                <a:schemeClr val="dk1"/>
              </a:buClr>
              <a:buSzPts val="1800"/>
              <a:buChar char="•"/>
              <a:defRPr/>
            </a:lvl5pPr>
            <a:lvl6pPr indent="-342900" lvl="5" marL="2743200" algn="l">
              <a:lnSpc>
                <a:spcPct val="90000"/>
              </a:lnSpc>
              <a:spcBef>
                <a:spcPts val="2400"/>
              </a:spcBef>
              <a:spcAft>
                <a:spcPts val="0"/>
              </a:spcAft>
              <a:buClr>
                <a:schemeClr val="dk1"/>
              </a:buClr>
              <a:buSzPts val="1800"/>
              <a:buChar char="•"/>
              <a:defRPr/>
            </a:lvl6pPr>
            <a:lvl7pPr indent="-342900" lvl="6" marL="3200400" algn="l">
              <a:lnSpc>
                <a:spcPct val="90000"/>
              </a:lnSpc>
              <a:spcBef>
                <a:spcPts val="2400"/>
              </a:spcBef>
              <a:spcAft>
                <a:spcPts val="0"/>
              </a:spcAft>
              <a:buClr>
                <a:schemeClr val="dk1"/>
              </a:buClr>
              <a:buSzPts val="1800"/>
              <a:buChar char="•"/>
              <a:defRPr/>
            </a:lvl7pPr>
            <a:lvl8pPr indent="-342900" lvl="7" marL="3657600" algn="l">
              <a:lnSpc>
                <a:spcPct val="90000"/>
              </a:lnSpc>
              <a:spcBef>
                <a:spcPts val="2400"/>
              </a:spcBef>
              <a:spcAft>
                <a:spcPts val="0"/>
              </a:spcAft>
              <a:buClr>
                <a:schemeClr val="dk1"/>
              </a:buClr>
              <a:buSzPts val="1800"/>
              <a:buChar char="•"/>
              <a:defRPr/>
            </a:lvl8pPr>
            <a:lvl9pPr indent="-342900" lvl="8" marL="4114800" algn="l">
              <a:lnSpc>
                <a:spcPct val="90000"/>
              </a:lnSpc>
              <a:spcBef>
                <a:spcPts val="2400"/>
              </a:spcBef>
              <a:spcAft>
                <a:spcPts val="0"/>
              </a:spcAft>
              <a:buClr>
                <a:schemeClr val="dk1"/>
              </a:buClr>
              <a:buSzPts val="1800"/>
              <a:buChar char="•"/>
              <a:defRPr/>
            </a:lvl9pPr>
          </a:lstStyle>
          <a:p/>
        </p:txBody>
      </p:sp>
      <p:sp>
        <p:nvSpPr>
          <p:cNvPr id="120" name="Google Shape;120;p29"/>
          <p:cNvSpPr txBox="1"/>
          <p:nvPr>
            <p:ph idx="10" type="dt"/>
          </p:nvPr>
        </p:nvSpPr>
        <p:spPr>
          <a:xfrm>
            <a:off x="2263140" y="40680650"/>
            <a:ext cx="7406700" cy="23370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1" name="Google Shape;121;p29"/>
          <p:cNvSpPr txBox="1"/>
          <p:nvPr>
            <p:ph idx="11" type="ftr"/>
          </p:nvPr>
        </p:nvSpPr>
        <p:spPr>
          <a:xfrm>
            <a:off x="10904220" y="40680650"/>
            <a:ext cx="11109900" cy="2337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2" name="Google Shape;122;p29"/>
          <p:cNvSpPr txBox="1"/>
          <p:nvPr>
            <p:ph idx="12" type="sldNum"/>
          </p:nvPr>
        </p:nvSpPr>
        <p:spPr>
          <a:xfrm>
            <a:off x="23248621" y="40680650"/>
            <a:ext cx="7406700" cy="23370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263139" y="2336808"/>
            <a:ext cx="28392300" cy="8483700"/>
          </a:xfrm>
          <a:prstGeom prst="rect">
            <a:avLst/>
          </a:prstGeom>
          <a:noFill/>
          <a:ln>
            <a:noFill/>
          </a:ln>
        </p:spPr>
        <p:txBody>
          <a:bodyPr anchorCtr="0" anchor="ctr" bIns="45700" lIns="45700" spcFirstLastPara="1" rIns="45700" wrap="square" tIns="45700">
            <a:noAutofit/>
          </a:bodyPr>
          <a:lstStyle>
            <a:lvl1pPr lvl="0"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21100"/>
              <a:buFont typeface="Calibri"/>
              <a:buNone/>
              <a:defRPr b="0" i="0" sz="21100" u="none" cap="none" strike="noStrike">
                <a:solidFill>
                  <a:srgbClr val="000000"/>
                </a:solidFill>
                <a:latin typeface="Calibri"/>
                <a:ea typeface="Calibri"/>
                <a:cs typeface="Calibri"/>
                <a:sym typeface="Calibri"/>
              </a:defRPr>
            </a:lvl9pPr>
          </a:lstStyle>
          <a:p/>
        </p:txBody>
      </p:sp>
      <p:sp>
        <p:nvSpPr>
          <p:cNvPr id="7" name="Google Shape;7;p1"/>
          <p:cNvSpPr txBox="1"/>
          <p:nvPr>
            <p:ph idx="1" type="body"/>
          </p:nvPr>
        </p:nvSpPr>
        <p:spPr>
          <a:xfrm>
            <a:off x="2263139" y="11684000"/>
            <a:ext cx="28392300" cy="27848400"/>
          </a:xfrm>
          <a:prstGeom prst="rect">
            <a:avLst/>
          </a:prstGeom>
          <a:noFill/>
          <a:ln>
            <a:noFill/>
          </a:ln>
        </p:spPr>
        <p:txBody>
          <a:bodyPr anchorCtr="0" anchor="t" bIns="45700" lIns="45700" spcFirstLastPara="1" rIns="45700" wrap="square" tIns="45700">
            <a:noAutofit/>
          </a:bodyPr>
          <a:lstStyle>
            <a:lvl1pPr indent="-1079500" lvl="0" marL="4572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1pPr>
            <a:lvl2pPr indent="-1079500" lvl="1" marL="9144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2pPr>
            <a:lvl3pPr indent="-1079500" lvl="2" marL="13716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3pPr>
            <a:lvl4pPr indent="-1079500" lvl="3" marL="18288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4pPr>
            <a:lvl5pPr indent="-1079500" lvl="4" marL="22860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5pPr>
            <a:lvl6pPr indent="-1079500" lvl="5" marL="27432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6pPr>
            <a:lvl7pPr indent="-1079500" lvl="6" marL="32004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7pPr>
            <a:lvl8pPr indent="-1079500" lvl="7" marL="36576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8pPr>
            <a:lvl9pPr indent="-1079500" lvl="8" marL="4114800" marR="0" rtl="0" algn="l">
              <a:lnSpc>
                <a:spcPct val="90000"/>
              </a:lnSpc>
              <a:spcBef>
                <a:spcPts val="4800"/>
              </a:spcBef>
              <a:spcAft>
                <a:spcPts val="0"/>
              </a:spcAft>
              <a:buClr>
                <a:srgbClr val="000000"/>
              </a:buClr>
              <a:buSzPts val="13400"/>
              <a:buFont typeface="Arial"/>
              <a:buChar char="•"/>
              <a:defRPr b="0" i="0" sz="13400" u="none" cap="none" strike="noStrike">
                <a:solidFill>
                  <a:srgbClr val="000000"/>
                </a:solidFill>
                <a:latin typeface="Calibri"/>
                <a:ea typeface="Calibri"/>
                <a:cs typeface="Calibri"/>
                <a:sym typeface="Calibri"/>
              </a:defRPr>
            </a:lvl9pPr>
          </a:lstStyle>
          <a:p/>
        </p:txBody>
      </p:sp>
      <p:sp>
        <p:nvSpPr>
          <p:cNvPr id="8" name="Google Shape;8;p1"/>
          <p:cNvSpPr txBox="1"/>
          <p:nvPr>
            <p:ph idx="12" type="sldNum"/>
          </p:nvPr>
        </p:nvSpPr>
        <p:spPr>
          <a:xfrm>
            <a:off x="30096635" y="41203892"/>
            <a:ext cx="558600" cy="1290300"/>
          </a:xfrm>
          <a:prstGeom prst="rect">
            <a:avLst/>
          </a:prstGeom>
          <a:noFill/>
          <a:ln>
            <a:noFill/>
          </a:ln>
        </p:spPr>
        <p:txBody>
          <a:bodyPr anchorCtr="0" anchor="ctr" bIns="45700" lIns="45700" spcFirstLastPara="1" rIns="45700" wrap="square" tIns="45700">
            <a:noAutofit/>
          </a:bodyPr>
          <a:lstStyle>
            <a:lvl1pPr indent="0" lvl="0"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5700"/>
              <a:buFont typeface="Calibri"/>
              <a:buNone/>
              <a:defRPr b="0" i="0" sz="57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9B4EF"/>
        </a:solidFill>
      </p:bgPr>
    </p:bg>
    <p:spTree>
      <p:nvGrpSpPr>
        <p:cNvPr id="126" name="Shape 126"/>
        <p:cNvGrpSpPr/>
        <p:nvPr/>
      </p:nvGrpSpPr>
      <p:grpSpPr>
        <a:xfrm>
          <a:off x="0" y="0"/>
          <a:ext cx="0" cy="0"/>
          <a:chOff x="0" y="0"/>
          <a:chExt cx="0" cy="0"/>
        </a:xfrm>
      </p:grpSpPr>
      <p:sp>
        <p:nvSpPr>
          <p:cNvPr id="127" name="Google Shape;127;p30"/>
          <p:cNvSpPr/>
          <p:nvPr/>
        </p:nvSpPr>
        <p:spPr>
          <a:xfrm rot="-5400000">
            <a:off x="6672975" y="17410500"/>
            <a:ext cx="19621500" cy="421500"/>
          </a:xfrm>
          <a:prstGeom prst="rect">
            <a:avLst/>
          </a:prstGeom>
          <a:solidFill>
            <a:srgbClr val="435C9A"/>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8" name="Google Shape;128;p30"/>
          <p:cNvSpPr txBox="1"/>
          <p:nvPr>
            <p:ph idx="4294967295" type="ctrTitle"/>
          </p:nvPr>
        </p:nvSpPr>
        <p:spPr>
          <a:xfrm>
            <a:off x="1280160" y="1618488"/>
            <a:ext cx="19659600" cy="4224600"/>
          </a:xfrm>
          <a:prstGeom prst="rect">
            <a:avLst/>
          </a:prstGeom>
          <a:noFill/>
          <a:ln>
            <a:noFill/>
          </a:ln>
        </p:spPr>
        <p:txBody>
          <a:bodyPr anchorCtr="0" anchor="t" bIns="45700" lIns="45700" spcFirstLastPara="1" rIns="45700" wrap="square" tIns="45700">
            <a:normAutofit/>
          </a:bodyPr>
          <a:lstStyle/>
          <a:p>
            <a:pPr indent="0" lvl="0" marL="0" marR="0" rtl="0" algn="l">
              <a:lnSpc>
                <a:spcPct val="100000"/>
              </a:lnSpc>
              <a:spcBef>
                <a:spcPts val="0"/>
              </a:spcBef>
              <a:spcAft>
                <a:spcPts val="0"/>
              </a:spcAft>
              <a:buClr>
                <a:schemeClr val="dk1"/>
              </a:buClr>
              <a:buSzPts val="1100"/>
              <a:buFont typeface="Arial"/>
              <a:buNone/>
            </a:pPr>
            <a:r>
              <a:rPr b="1" i="0" lang="en-US" sz="12000" u="none" cap="none" strike="noStrike">
                <a:solidFill>
                  <a:schemeClr val="dk1"/>
                </a:solidFill>
                <a:latin typeface="Roboto"/>
                <a:ea typeface="Roboto"/>
                <a:cs typeface="Roboto"/>
                <a:sym typeface="Roboto"/>
              </a:rPr>
              <a:t>Housing: Miami vs. Seattle</a:t>
            </a:r>
            <a:endParaRPr b="1" i="0" sz="120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2C365E"/>
              </a:buClr>
              <a:buSzPts val="12040"/>
              <a:buFont typeface="Arial"/>
              <a:buNone/>
            </a:pPr>
            <a:r>
              <a:t/>
            </a:r>
            <a:endParaRPr i="0" sz="12000" u="none" cap="none" strike="noStrike">
              <a:solidFill>
                <a:schemeClr val="dk1"/>
              </a:solidFill>
              <a:latin typeface="Roboto"/>
              <a:ea typeface="Roboto"/>
              <a:cs typeface="Roboto"/>
              <a:sym typeface="Roboto"/>
            </a:endParaRPr>
          </a:p>
        </p:txBody>
      </p:sp>
      <p:cxnSp>
        <p:nvCxnSpPr>
          <p:cNvPr id="129" name="Google Shape;129;p30"/>
          <p:cNvCxnSpPr/>
          <p:nvPr/>
        </p:nvCxnSpPr>
        <p:spPr>
          <a:xfrm flipH="1" rot="10800000">
            <a:off x="1299859" y="5843016"/>
            <a:ext cx="19536300" cy="73200"/>
          </a:xfrm>
          <a:prstGeom prst="straightConnector1">
            <a:avLst/>
          </a:prstGeom>
          <a:noFill/>
          <a:ln cap="flat" cmpd="sng" w="38100">
            <a:solidFill>
              <a:schemeClr val="dk1"/>
            </a:solidFill>
            <a:prstDash val="solid"/>
            <a:miter lim="400000"/>
            <a:headEnd len="sm" w="sm" type="none"/>
            <a:tailEnd len="sm" w="sm" type="none"/>
          </a:ln>
        </p:spPr>
      </p:cxnSp>
      <p:sp>
        <p:nvSpPr>
          <p:cNvPr id="130" name="Google Shape;130;p30"/>
          <p:cNvSpPr/>
          <p:nvPr/>
        </p:nvSpPr>
        <p:spPr>
          <a:xfrm>
            <a:off x="-450" y="-78919"/>
            <a:ext cx="32918400" cy="317100"/>
          </a:xfrm>
          <a:prstGeom prst="rect">
            <a:avLst/>
          </a:prstGeom>
          <a:solidFill>
            <a:srgbClr val="435C9A"/>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 name="Google Shape;131;p30"/>
          <p:cNvSpPr/>
          <p:nvPr/>
        </p:nvSpPr>
        <p:spPr>
          <a:xfrm>
            <a:off x="-500" y="43653225"/>
            <a:ext cx="32918400" cy="317100"/>
          </a:xfrm>
          <a:prstGeom prst="rect">
            <a:avLst/>
          </a:prstGeom>
          <a:solidFill>
            <a:srgbClr val="435C9A"/>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2" name="Google Shape;132;p30"/>
          <p:cNvSpPr/>
          <p:nvPr/>
        </p:nvSpPr>
        <p:spPr>
          <a:xfrm>
            <a:off x="-500" y="7781302"/>
            <a:ext cx="32728500" cy="317100"/>
          </a:xfrm>
          <a:prstGeom prst="rect">
            <a:avLst/>
          </a:prstGeom>
          <a:solidFill>
            <a:srgbClr val="435C9A"/>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 name="Google Shape;133;p30"/>
          <p:cNvSpPr/>
          <p:nvPr/>
        </p:nvSpPr>
        <p:spPr>
          <a:xfrm rot="-5400000">
            <a:off x="-21830550" y="21724163"/>
            <a:ext cx="43980000" cy="421500"/>
          </a:xfrm>
          <a:prstGeom prst="rect">
            <a:avLst/>
          </a:prstGeom>
          <a:solidFill>
            <a:srgbClr val="435C9A"/>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4" name="Google Shape;134;p30"/>
          <p:cNvSpPr/>
          <p:nvPr/>
        </p:nvSpPr>
        <p:spPr>
          <a:xfrm rot="-5400000">
            <a:off x="10752100" y="21724163"/>
            <a:ext cx="43980000" cy="421500"/>
          </a:xfrm>
          <a:prstGeom prst="rect">
            <a:avLst/>
          </a:prstGeom>
          <a:solidFill>
            <a:srgbClr val="435C9A"/>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i="0" sz="1800" u="none" cap="none" strike="noStrike">
              <a:solidFill>
                <a:srgbClr val="000000"/>
              </a:solidFill>
              <a:latin typeface="Roboto"/>
              <a:ea typeface="Roboto"/>
              <a:cs typeface="Roboto"/>
              <a:sym typeface="Roboto"/>
            </a:endParaRPr>
          </a:p>
        </p:txBody>
      </p:sp>
      <p:sp>
        <p:nvSpPr>
          <p:cNvPr id="135" name="Google Shape;135;p30"/>
          <p:cNvSpPr txBox="1"/>
          <p:nvPr/>
        </p:nvSpPr>
        <p:spPr>
          <a:xfrm>
            <a:off x="822960" y="17702784"/>
            <a:ext cx="14950500" cy="4572000"/>
          </a:xfrm>
          <a:prstGeom prst="rect">
            <a:avLst/>
          </a:prstGeom>
          <a:noFill/>
          <a:ln>
            <a:noFill/>
          </a:ln>
        </p:spPr>
        <p:txBody>
          <a:bodyPr anchorCtr="0" anchor="t" bIns="45700" lIns="45700" spcFirstLastPara="1" rIns="45700" wrap="square" tIns="45700">
            <a:normAutofit lnSpcReduction="20000"/>
          </a:bodyPr>
          <a:lstStyle/>
          <a:p>
            <a:pPr indent="0" lvl="0" marL="0" marR="0" rtl="0" algn="l">
              <a:lnSpc>
                <a:spcPct val="100000"/>
              </a:lnSpc>
              <a:spcBef>
                <a:spcPts val="0"/>
              </a:spcBef>
              <a:spcAft>
                <a:spcPts val="0"/>
              </a:spcAft>
              <a:buClr>
                <a:srgbClr val="2C365E"/>
              </a:buClr>
              <a:buSzPts val="5475"/>
              <a:buFont typeface="Arial"/>
              <a:buNone/>
            </a:pPr>
            <a:r>
              <a:rPr b="1" i="0" lang="en-US" sz="6000" u="none" cap="none" strike="noStrike">
                <a:solidFill>
                  <a:schemeClr val="dk1"/>
                </a:solidFill>
                <a:latin typeface="Roboto"/>
                <a:ea typeface="Roboto"/>
                <a:cs typeface="Roboto"/>
                <a:sym typeface="Roboto"/>
              </a:rPr>
              <a:t>Data Preparation</a:t>
            </a:r>
            <a:endParaRPr i="0" sz="6000" u="none" cap="none" strike="noStrike">
              <a:solidFill>
                <a:schemeClr val="dk1"/>
              </a:solidFill>
              <a:latin typeface="Roboto"/>
              <a:ea typeface="Roboto"/>
              <a:cs typeface="Roboto"/>
              <a:sym typeface="Roboto"/>
            </a:endParaRPr>
          </a:p>
          <a:p>
            <a:pPr indent="0" lvl="0" marL="0" marR="0" rtl="0" algn="l">
              <a:lnSpc>
                <a:spcPct val="100000"/>
              </a:lnSpc>
              <a:spcBef>
                <a:spcPts val="1000"/>
              </a:spcBef>
              <a:spcAft>
                <a:spcPts val="0"/>
              </a:spcAft>
              <a:buClr>
                <a:srgbClr val="2C365E"/>
              </a:buClr>
              <a:buSzPts val="2640"/>
              <a:buFont typeface="Arial"/>
              <a:buNone/>
            </a:pPr>
            <a:r>
              <a:rPr i="0" lang="en-US" sz="4500" u="none" cap="none" strike="noStrike">
                <a:solidFill>
                  <a:schemeClr val="dk1"/>
                </a:solidFill>
                <a:latin typeface="Roboto"/>
                <a:ea typeface="Roboto"/>
                <a:cs typeface="Roboto"/>
                <a:sym typeface="Roboto"/>
              </a:rPr>
              <a:t>Data cleaning that was performed: </a:t>
            </a:r>
            <a:endParaRPr i="0" sz="4500" u="none" cap="none" strike="noStrike">
              <a:solidFill>
                <a:schemeClr val="dk1"/>
              </a:solidFill>
              <a:latin typeface="Roboto"/>
              <a:ea typeface="Roboto"/>
              <a:cs typeface="Roboto"/>
              <a:sym typeface="Roboto"/>
            </a:endParaRPr>
          </a:p>
          <a:p>
            <a:pPr indent="-514350" lvl="0" marL="4572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Removing NaN values from rows</a:t>
            </a:r>
            <a:endParaRPr i="0" sz="4500" u="none" cap="none" strike="noStrike">
              <a:solidFill>
                <a:schemeClr val="dk1"/>
              </a:solidFill>
              <a:latin typeface="Roboto"/>
              <a:ea typeface="Roboto"/>
              <a:cs typeface="Roboto"/>
              <a:sym typeface="Roboto"/>
            </a:endParaRPr>
          </a:p>
          <a:p>
            <a:pPr indent="-514350" lvl="0" marL="4572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Removing unique columns that only exist in one dataset</a:t>
            </a:r>
            <a:endParaRPr i="0" sz="4500" u="none" cap="none" strike="noStrike">
              <a:solidFill>
                <a:schemeClr val="dk1"/>
              </a:solidFill>
              <a:latin typeface="Roboto"/>
              <a:ea typeface="Roboto"/>
              <a:cs typeface="Roboto"/>
              <a:sym typeface="Roboto"/>
            </a:endParaRPr>
          </a:p>
          <a:p>
            <a:pPr indent="-514350" lvl="0" marL="4572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Dropping columns with two many NaN values</a:t>
            </a:r>
            <a:endParaRPr i="0" sz="4500" u="none" cap="none" strike="noStrike">
              <a:solidFill>
                <a:schemeClr val="dk1"/>
              </a:solidFill>
              <a:latin typeface="Roboto"/>
              <a:ea typeface="Roboto"/>
              <a:cs typeface="Roboto"/>
              <a:sym typeface="Roboto"/>
            </a:endParaRPr>
          </a:p>
          <a:p>
            <a:pPr indent="-514350" lvl="0" marL="4572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Datasets split into training:test sets using 80:20 proportions</a:t>
            </a:r>
            <a:endParaRPr i="0" sz="4500" u="none" cap="none" strike="noStrike">
              <a:solidFill>
                <a:schemeClr val="dk1"/>
              </a:solidFill>
              <a:latin typeface="Roboto"/>
              <a:ea typeface="Roboto"/>
              <a:cs typeface="Roboto"/>
              <a:sym typeface="Roboto"/>
            </a:endParaRPr>
          </a:p>
        </p:txBody>
      </p:sp>
      <p:sp>
        <p:nvSpPr>
          <p:cNvPr id="136" name="Google Shape;136;p30"/>
          <p:cNvSpPr txBox="1"/>
          <p:nvPr/>
        </p:nvSpPr>
        <p:spPr>
          <a:xfrm>
            <a:off x="2212848" y="6291072"/>
            <a:ext cx="17830800" cy="1033200"/>
          </a:xfrm>
          <a:prstGeom prst="rect">
            <a:avLst/>
          </a:prstGeom>
          <a:noFill/>
          <a:ln>
            <a:noFill/>
          </a:ln>
        </p:spPr>
        <p:txBody>
          <a:bodyPr anchorCtr="0" anchor="t" bIns="45700" lIns="45700" spcFirstLastPara="1" rIns="45700" wrap="square" tIns="45700">
            <a:normAutofit fontScale="85000" lnSpcReduction="20000"/>
          </a:bodyPr>
          <a:lstStyle/>
          <a:p>
            <a:pPr indent="0" lvl="0" marL="0" marR="0" rtl="0" algn="l">
              <a:lnSpc>
                <a:spcPct val="100000"/>
              </a:lnSpc>
              <a:spcBef>
                <a:spcPts val="0"/>
              </a:spcBef>
              <a:spcAft>
                <a:spcPts val="0"/>
              </a:spcAft>
              <a:buClr>
                <a:srgbClr val="2C365E"/>
              </a:buClr>
              <a:buSzPct val="100000"/>
              <a:buFont typeface="Arial"/>
              <a:buNone/>
            </a:pPr>
            <a:r>
              <a:rPr b="1" i="0" lang="en-US" sz="4500" u="none" cap="none" strike="noStrike">
                <a:solidFill>
                  <a:schemeClr val="dk1"/>
                </a:solidFill>
                <a:latin typeface="Roboto"/>
                <a:ea typeface="Roboto"/>
                <a:cs typeface="Roboto"/>
                <a:sym typeface="Roboto"/>
              </a:rPr>
              <a:t>Author 1</a:t>
            </a:r>
            <a:r>
              <a:rPr b="1" lang="en-US" sz="4500">
                <a:solidFill>
                  <a:schemeClr val="dk1"/>
                </a:solidFill>
                <a:latin typeface="Roboto"/>
                <a:ea typeface="Roboto"/>
                <a:cs typeface="Roboto"/>
                <a:sym typeface="Roboto"/>
              </a:rPr>
              <a:t>,</a:t>
            </a:r>
            <a:r>
              <a:rPr b="1" i="0" lang="en-US" sz="4500" u="none" cap="none" strike="noStrike">
                <a:solidFill>
                  <a:schemeClr val="dk1"/>
                </a:solidFill>
                <a:latin typeface="Roboto"/>
                <a:ea typeface="Roboto"/>
                <a:cs typeface="Roboto"/>
                <a:sym typeface="Roboto"/>
              </a:rPr>
              <a:t> Author 2</a:t>
            </a:r>
            <a:r>
              <a:rPr b="1" lang="en-US" sz="4500">
                <a:solidFill>
                  <a:schemeClr val="dk1"/>
                </a:solidFill>
                <a:latin typeface="Roboto"/>
                <a:ea typeface="Roboto"/>
                <a:cs typeface="Roboto"/>
                <a:sym typeface="Roboto"/>
              </a:rPr>
              <a:t>,</a:t>
            </a:r>
            <a:r>
              <a:rPr b="1" i="0" lang="en-US" sz="4500" u="none" cap="none" strike="noStrike">
                <a:solidFill>
                  <a:schemeClr val="dk1"/>
                </a:solidFill>
                <a:latin typeface="Roboto"/>
                <a:ea typeface="Roboto"/>
                <a:cs typeface="Roboto"/>
                <a:sym typeface="Roboto"/>
              </a:rPr>
              <a:t> Author 3</a:t>
            </a:r>
            <a:endParaRPr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2C365E"/>
              </a:buClr>
              <a:buSzPct val="100000"/>
              <a:buFont typeface="Arial"/>
              <a:buNone/>
            </a:pPr>
            <a:r>
              <a:t/>
            </a:r>
            <a:endParaRPr b="1" i="0" sz="4500" u="none" cap="none" strike="noStrike">
              <a:solidFill>
                <a:schemeClr val="dk1"/>
              </a:solidFill>
              <a:latin typeface="Roboto"/>
              <a:ea typeface="Roboto"/>
              <a:cs typeface="Roboto"/>
              <a:sym typeface="Roboto"/>
            </a:endParaRPr>
          </a:p>
        </p:txBody>
      </p:sp>
      <p:sp>
        <p:nvSpPr>
          <p:cNvPr id="137" name="Google Shape;137;p30"/>
          <p:cNvSpPr txBox="1"/>
          <p:nvPr/>
        </p:nvSpPr>
        <p:spPr>
          <a:xfrm>
            <a:off x="822960" y="8558784"/>
            <a:ext cx="14950500" cy="9144000"/>
          </a:xfrm>
          <a:prstGeom prst="rect">
            <a:avLst/>
          </a:prstGeom>
          <a:noFill/>
          <a:ln>
            <a:noFill/>
          </a:ln>
        </p:spPr>
        <p:txBody>
          <a:bodyPr anchorCtr="0" anchor="t" bIns="45700" lIns="45700" spcFirstLastPara="1" rIns="45700" wrap="square" tIns="45700">
            <a:normAutofit fontScale="92500" lnSpcReduction="20000"/>
          </a:bodyPr>
          <a:lstStyle/>
          <a:p>
            <a:pPr indent="0" lvl="0" marL="0" marR="0" rtl="0" algn="l">
              <a:lnSpc>
                <a:spcPct val="100000"/>
              </a:lnSpc>
              <a:spcBef>
                <a:spcPts val="0"/>
              </a:spcBef>
              <a:spcAft>
                <a:spcPts val="0"/>
              </a:spcAft>
              <a:buClr>
                <a:srgbClr val="2C365E"/>
              </a:buClr>
              <a:buSzPct val="91250"/>
              <a:buFont typeface="Arial"/>
              <a:buNone/>
            </a:pPr>
            <a:r>
              <a:rPr b="1" i="0" lang="en-US" sz="6000" u="none" cap="none" strike="noStrike">
                <a:solidFill>
                  <a:schemeClr val="dk1"/>
                </a:solidFill>
                <a:latin typeface="Roboto"/>
                <a:ea typeface="Roboto"/>
                <a:cs typeface="Roboto"/>
                <a:sym typeface="Roboto"/>
              </a:rPr>
              <a:t>Background</a:t>
            </a:r>
            <a:endParaRPr i="0" sz="6000" u="none" cap="none" strike="noStrike">
              <a:solidFill>
                <a:schemeClr val="dk1"/>
              </a:solidFill>
              <a:latin typeface="Roboto"/>
              <a:ea typeface="Roboto"/>
              <a:cs typeface="Roboto"/>
              <a:sym typeface="Roboto"/>
            </a:endParaRPr>
          </a:p>
          <a:p>
            <a:pPr indent="0" lvl="0" marL="0" marR="0" rtl="0" algn="l">
              <a:lnSpc>
                <a:spcPct val="100000"/>
              </a:lnSpc>
              <a:spcBef>
                <a:spcPts val="1000"/>
              </a:spcBef>
              <a:spcAft>
                <a:spcPts val="0"/>
              </a:spcAft>
              <a:buClr>
                <a:srgbClr val="000000"/>
              </a:buClr>
              <a:buSzPct val="100000"/>
              <a:buFont typeface="Arial"/>
              <a:buNone/>
            </a:pPr>
            <a:r>
              <a:rPr i="0" lang="en-US" sz="4200" u="none" cap="none" strike="noStrike">
                <a:solidFill>
                  <a:schemeClr val="dk1"/>
                </a:solidFill>
                <a:latin typeface="Roboto"/>
                <a:ea typeface="Roboto"/>
                <a:cs typeface="Roboto"/>
                <a:sym typeface="Roboto"/>
              </a:rPr>
              <a:t>Ar</a:t>
            </a:r>
            <a:r>
              <a:rPr i="0" lang="en-US" sz="4500" u="none" cap="none" strike="noStrike">
                <a:solidFill>
                  <a:schemeClr val="dk1"/>
                </a:solidFill>
                <a:latin typeface="Roboto"/>
                <a:ea typeface="Roboto"/>
                <a:cs typeface="Roboto"/>
                <a:sym typeface="Roboto"/>
              </a:rPr>
              <a:t>tificial intelligence can be used in a multitude of ways, in example of this project it is a great and easy to use resource for us and would be used simply to find better places to live within Miami or Seattle and compare them. However, if this was made for public use it is possible that in those places it would be harder to find a good place to live, especially without this resource making people almost dependant on it.</a:t>
            </a:r>
            <a:endParaRPr i="0" sz="4500" u="none" cap="none" strike="noStrike">
              <a:solidFill>
                <a:schemeClr val="dk1"/>
              </a:solidFill>
              <a:latin typeface="Roboto"/>
              <a:ea typeface="Roboto"/>
              <a:cs typeface="Roboto"/>
              <a:sym typeface="Roboto"/>
            </a:endParaRPr>
          </a:p>
          <a:p>
            <a:pPr indent="-492919" lvl="0" marL="457200" marR="0" rtl="0" algn="l">
              <a:lnSpc>
                <a:spcPct val="100000"/>
              </a:lnSpc>
              <a:spcBef>
                <a:spcPts val="0"/>
              </a:spcBef>
              <a:spcAft>
                <a:spcPts val="0"/>
              </a:spcAft>
              <a:buClr>
                <a:schemeClr val="dk1"/>
              </a:buClr>
              <a:buSzPct val="100000"/>
              <a:buFont typeface="Roboto"/>
              <a:buChar char="●"/>
            </a:pPr>
            <a:r>
              <a:rPr i="0" lang="en-US" sz="4500" u="none" cap="none" strike="noStrike">
                <a:solidFill>
                  <a:schemeClr val="dk1"/>
                </a:solidFill>
                <a:latin typeface="Roboto"/>
                <a:ea typeface="Roboto"/>
                <a:cs typeface="Roboto"/>
                <a:sym typeface="Roboto"/>
              </a:rPr>
              <a:t>This topic was chosen due to our group’s shared interest in real estate and finance. </a:t>
            </a:r>
            <a:endParaRPr i="0" sz="4500" u="none" cap="none" strike="noStrike">
              <a:solidFill>
                <a:schemeClr val="dk1"/>
              </a:solidFill>
              <a:latin typeface="Roboto"/>
              <a:ea typeface="Roboto"/>
              <a:cs typeface="Roboto"/>
              <a:sym typeface="Roboto"/>
            </a:endParaRPr>
          </a:p>
          <a:p>
            <a:pPr indent="-492919" lvl="0" marL="457200" marR="0" rtl="0" algn="l">
              <a:lnSpc>
                <a:spcPct val="100000"/>
              </a:lnSpc>
              <a:spcBef>
                <a:spcPts val="0"/>
              </a:spcBef>
              <a:spcAft>
                <a:spcPts val="0"/>
              </a:spcAft>
              <a:buClr>
                <a:schemeClr val="dk1"/>
              </a:buClr>
              <a:buSzPct val="100000"/>
              <a:buFont typeface="Roboto"/>
              <a:buChar char="●"/>
            </a:pPr>
            <a:r>
              <a:rPr i="0" lang="en-US" sz="4500" u="none" cap="none" strike="noStrike">
                <a:solidFill>
                  <a:schemeClr val="dk1"/>
                </a:solidFill>
                <a:latin typeface="Roboto"/>
                <a:ea typeface="Roboto"/>
                <a:cs typeface="Roboto"/>
                <a:sym typeface="Roboto"/>
              </a:rPr>
              <a:t>Using AI to predict prices is a good way to make sound decisions by analyzing the market from a quantitative perspective.</a:t>
            </a:r>
            <a:endParaRPr i="0" sz="4500" u="none" cap="none" strike="noStrike">
              <a:solidFill>
                <a:schemeClr val="dk1"/>
              </a:solidFill>
              <a:latin typeface="Roboto"/>
              <a:ea typeface="Roboto"/>
              <a:cs typeface="Roboto"/>
              <a:sym typeface="Roboto"/>
            </a:endParaRPr>
          </a:p>
          <a:p>
            <a:pPr indent="-492919" lvl="0" marL="457200" marR="0" rtl="0" algn="l">
              <a:lnSpc>
                <a:spcPct val="100000"/>
              </a:lnSpc>
              <a:spcBef>
                <a:spcPts val="0"/>
              </a:spcBef>
              <a:spcAft>
                <a:spcPts val="0"/>
              </a:spcAft>
              <a:buClr>
                <a:schemeClr val="dk1"/>
              </a:buClr>
              <a:buSzPct val="100000"/>
              <a:buFont typeface="Roboto"/>
              <a:buChar char="●"/>
            </a:pPr>
            <a:r>
              <a:rPr i="0" lang="en-US" sz="4500" u="none" cap="none" strike="noStrike">
                <a:solidFill>
                  <a:schemeClr val="dk1"/>
                </a:solidFill>
                <a:latin typeface="Roboto"/>
                <a:ea typeface="Roboto"/>
                <a:cs typeface="Roboto"/>
                <a:sym typeface="Roboto"/>
              </a:rPr>
              <a:t>We hope our findings help those who are new to real estate make informed decisions as they try to enter the housing market.</a:t>
            </a:r>
            <a:endParaRPr i="0" sz="4500" u="none" cap="none" strike="noStrike">
              <a:solidFill>
                <a:schemeClr val="dk1"/>
              </a:solidFill>
              <a:latin typeface="Roboto"/>
              <a:ea typeface="Roboto"/>
              <a:cs typeface="Roboto"/>
              <a:sym typeface="Roboto"/>
            </a:endParaRPr>
          </a:p>
        </p:txBody>
      </p:sp>
      <p:sp>
        <p:nvSpPr>
          <p:cNvPr id="138" name="Google Shape;138;p30"/>
          <p:cNvSpPr/>
          <p:nvPr/>
        </p:nvSpPr>
        <p:spPr>
          <a:xfrm rot="-5400000">
            <a:off x="18201200" y="3675432"/>
            <a:ext cx="7727400" cy="421500"/>
          </a:xfrm>
          <a:prstGeom prst="rect">
            <a:avLst/>
          </a:prstGeom>
          <a:solidFill>
            <a:srgbClr val="435C9A"/>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9" name="Google Shape;139;p30"/>
          <p:cNvSpPr txBox="1"/>
          <p:nvPr/>
        </p:nvSpPr>
        <p:spPr>
          <a:xfrm>
            <a:off x="17154144" y="17702775"/>
            <a:ext cx="14922900" cy="9144000"/>
          </a:xfrm>
          <a:prstGeom prst="rect">
            <a:avLst/>
          </a:prstGeom>
          <a:noFill/>
          <a:ln>
            <a:noFill/>
          </a:ln>
        </p:spPr>
        <p:txBody>
          <a:bodyPr anchorCtr="0" anchor="t" bIns="45700" lIns="45700" spcFirstLastPara="1" rIns="45700" wrap="square" tIns="45700">
            <a:normAutofit/>
          </a:bodyPr>
          <a:lstStyle/>
          <a:p>
            <a:pPr indent="0" lvl="0" marL="0" marR="0" rtl="0" algn="l">
              <a:lnSpc>
                <a:spcPct val="100000"/>
              </a:lnSpc>
              <a:spcBef>
                <a:spcPts val="0"/>
              </a:spcBef>
              <a:spcAft>
                <a:spcPts val="0"/>
              </a:spcAft>
              <a:buClr>
                <a:srgbClr val="2C365E"/>
              </a:buClr>
              <a:buSzPts val="5475"/>
              <a:buFont typeface="Arial"/>
              <a:buNone/>
            </a:pPr>
            <a:r>
              <a:rPr b="1" i="0" lang="en-US" sz="6000" u="none" cap="none" strike="noStrike">
                <a:solidFill>
                  <a:schemeClr val="dk1"/>
                </a:solidFill>
                <a:latin typeface="Roboto"/>
                <a:ea typeface="Roboto"/>
                <a:cs typeface="Roboto"/>
                <a:sym typeface="Roboto"/>
              </a:rPr>
              <a:t>Conclusions</a:t>
            </a:r>
            <a:endParaRPr i="0" sz="6000" u="none" cap="none" strike="noStrike">
              <a:solidFill>
                <a:schemeClr val="dk1"/>
              </a:solidFill>
              <a:latin typeface="Roboto"/>
              <a:ea typeface="Roboto"/>
              <a:cs typeface="Roboto"/>
              <a:sym typeface="Roboto"/>
            </a:endParaRPr>
          </a:p>
          <a:p>
            <a:pPr indent="0" lvl="0" marL="0" marR="0" rtl="0" algn="l">
              <a:lnSpc>
                <a:spcPct val="100000"/>
              </a:lnSpc>
              <a:spcBef>
                <a:spcPts val="1000"/>
              </a:spcBef>
              <a:spcAft>
                <a:spcPts val="0"/>
              </a:spcAft>
              <a:buClr>
                <a:schemeClr val="dk1"/>
              </a:buClr>
              <a:buSzPts val="1100"/>
              <a:buFont typeface="Arial"/>
              <a:buNone/>
            </a:pPr>
            <a:r>
              <a:rPr i="0" lang="en-US" sz="4500" u="none" cap="none" strike="noStrike">
                <a:solidFill>
                  <a:schemeClr val="dk1"/>
                </a:solidFill>
                <a:latin typeface="Roboto"/>
                <a:ea typeface="Roboto"/>
                <a:cs typeface="Roboto"/>
                <a:sym typeface="Roboto"/>
              </a:rPr>
              <a:t>Our results indicate that buying a home in Miami is generally more expensive than buying a similar home in Seattle. </a:t>
            </a:r>
            <a:endParaRPr i="0" sz="4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i="0" lang="en-US" sz="4500" u="none" cap="none" strike="noStrike">
                <a:solidFill>
                  <a:schemeClr val="dk1"/>
                </a:solidFill>
                <a:latin typeface="Roboto"/>
                <a:ea typeface="Roboto"/>
                <a:cs typeface="Roboto"/>
                <a:sym typeface="Roboto"/>
              </a:rPr>
              <a:t>Moreover, the ability to forecast results in the real estate industry is essential. Through predictive analysis and the quantitative perspective of our study, we believe AI is the best tool for making accurate appraisals that can lead to greater success for both brokers and clients.</a:t>
            </a:r>
            <a:endParaRPr i="0" sz="4500" u="none" cap="none" strike="noStrike">
              <a:solidFill>
                <a:schemeClr val="dk1"/>
              </a:solidFill>
              <a:latin typeface="Roboto"/>
              <a:ea typeface="Roboto"/>
              <a:cs typeface="Roboto"/>
              <a:sym typeface="Roboto"/>
            </a:endParaRPr>
          </a:p>
        </p:txBody>
      </p:sp>
      <p:sp>
        <p:nvSpPr>
          <p:cNvPr id="140" name="Google Shape;140;p30"/>
          <p:cNvSpPr txBox="1"/>
          <p:nvPr/>
        </p:nvSpPr>
        <p:spPr>
          <a:xfrm>
            <a:off x="22731975" y="694944"/>
            <a:ext cx="9345300" cy="65928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7500"/>
              <a:buFont typeface="Arial"/>
              <a:buNone/>
            </a:pPr>
            <a:r>
              <a:rPr b="1" i="0" lang="en-US" sz="7500" u="none" cap="none" strike="noStrike">
                <a:solidFill>
                  <a:schemeClr val="dk1"/>
                </a:solidFill>
                <a:latin typeface="Roboto"/>
                <a:ea typeface="Roboto"/>
                <a:cs typeface="Roboto"/>
                <a:sym typeface="Roboto"/>
              </a:rPr>
              <a:t>Highlights</a:t>
            </a:r>
            <a:endParaRPr i="0" sz="1400" u="none" cap="none" strike="noStrike">
              <a:solidFill>
                <a:schemeClr val="dk1"/>
              </a:solidFill>
              <a:latin typeface="Roboto"/>
              <a:ea typeface="Roboto"/>
              <a:cs typeface="Roboto"/>
              <a:sym typeface="Roboto"/>
            </a:endParaRPr>
          </a:p>
          <a:p>
            <a:pPr indent="-450850" lvl="0" marL="457200" marR="0" rtl="0" algn="l">
              <a:lnSpc>
                <a:spcPct val="100000"/>
              </a:lnSpc>
              <a:spcBef>
                <a:spcPts val="1000"/>
              </a:spcBef>
              <a:spcAft>
                <a:spcPts val="0"/>
              </a:spcAft>
              <a:buClr>
                <a:schemeClr val="dk1"/>
              </a:buClr>
              <a:buSzPts val="3500"/>
              <a:buFont typeface="Roboto"/>
              <a:buChar char="●"/>
            </a:pPr>
            <a:r>
              <a:rPr i="0" lang="en-US" sz="3500" u="none" cap="none" strike="noStrike">
                <a:solidFill>
                  <a:schemeClr val="dk1"/>
                </a:solidFill>
                <a:latin typeface="Roboto"/>
                <a:ea typeface="Roboto"/>
                <a:cs typeface="Roboto"/>
                <a:sym typeface="Roboto"/>
              </a:rPr>
              <a:t>Compared datasets that contained housing cost information for the Miami and Seattle areas.</a:t>
            </a:r>
            <a:endParaRPr i="0" sz="3500" u="none" cap="none" strike="noStrike">
              <a:solidFill>
                <a:schemeClr val="dk1"/>
              </a:solidFill>
              <a:latin typeface="Roboto"/>
              <a:ea typeface="Roboto"/>
              <a:cs typeface="Roboto"/>
              <a:sym typeface="Roboto"/>
            </a:endParaRPr>
          </a:p>
          <a:p>
            <a:pPr indent="-450850" lvl="0" marL="457200" marR="0" rtl="0" algn="l">
              <a:lnSpc>
                <a:spcPct val="100000"/>
              </a:lnSpc>
              <a:spcBef>
                <a:spcPts val="0"/>
              </a:spcBef>
              <a:spcAft>
                <a:spcPts val="0"/>
              </a:spcAft>
              <a:buClr>
                <a:schemeClr val="dk1"/>
              </a:buClr>
              <a:buSzPts val="3500"/>
              <a:buFont typeface="Roboto"/>
              <a:buChar char="●"/>
            </a:pPr>
            <a:r>
              <a:rPr i="0" lang="en-US" sz="3500" u="none" cap="none" strike="noStrike">
                <a:solidFill>
                  <a:schemeClr val="dk1"/>
                </a:solidFill>
                <a:latin typeface="Roboto"/>
                <a:ea typeface="Roboto"/>
                <a:cs typeface="Roboto"/>
                <a:sym typeface="Roboto"/>
              </a:rPr>
              <a:t>Developed linear regression model and decision tree regressor to understand home feature effects on home price.</a:t>
            </a:r>
            <a:endParaRPr i="0" sz="3500" u="none" cap="none" strike="noStrike">
              <a:solidFill>
                <a:schemeClr val="dk1"/>
              </a:solidFill>
              <a:latin typeface="Roboto"/>
              <a:ea typeface="Roboto"/>
              <a:cs typeface="Roboto"/>
              <a:sym typeface="Roboto"/>
            </a:endParaRPr>
          </a:p>
          <a:p>
            <a:pPr indent="-450850" lvl="0" marL="457200" marR="0" rtl="0" algn="l">
              <a:lnSpc>
                <a:spcPct val="100000"/>
              </a:lnSpc>
              <a:spcBef>
                <a:spcPts val="0"/>
              </a:spcBef>
              <a:spcAft>
                <a:spcPts val="0"/>
              </a:spcAft>
              <a:buClr>
                <a:schemeClr val="dk1"/>
              </a:buClr>
              <a:buSzPts val="3500"/>
              <a:buFont typeface="Roboto"/>
              <a:buChar char="●"/>
            </a:pPr>
            <a:r>
              <a:rPr i="0" lang="en-US" sz="3500" u="none" cap="none" strike="noStrike">
                <a:solidFill>
                  <a:schemeClr val="dk1"/>
                </a:solidFill>
                <a:latin typeface="Roboto"/>
                <a:ea typeface="Roboto"/>
                <a:cs typeface="Roboto"/>
                <a:sym typeface="Roboto"/>
              </a:rPr>
              <a:t>Both models perform well on unseen data, indicating that Miami is a more expensive housing market than Seattle.</a:t>
            </a:r>
            <a:endParaRPr i="0" sz="3500" u="none" cap="none" strike="noStrike">
              <a:solidFill>
                <a:schemeClr val="dk1"/>
              </a:solidFill>
              <a:latin typeface="Roboto"/>
              <a:ea typeface="Roboto"/>
              <a:cs typeface="Roboto"/>
              <a:sym typeface="Roboto"/>
            </a:endParaRPr>
          </a:p>
        </p:txBody>
      </p:sp>
      <p:pic>
        <p:nvPicPr>
          <p:cNvPr id="141" name="Google Shape;141;p30"/>
          <p:cNvPicPr preferRelativeResize="0"/>
          <p:nvPr/>
        </p:nvPicPr>
        <p:blipFill rotWithShape="1">
          <a:blip r:embed="rId3">
            <a:alphaModFix/>
          </a:blip>
          <a:srcRect b="4269" l="0" r="0" t="3920"/>
          <a:stretch/>
        </p:blipFill>
        <p:spPr>
          <a:xfrm>
            <a:off x="822960" y="22768560"/>
            <a:ext cx="14950440" cy="3985582"/>
          </a:xfrm>
          <a:prstGeom prst="rect">
            <a:avLst/>
          </a:prstGeom>
          <a:noFill/>
          <a:ln>
            <a:noFill/>
          </a:ln>
        </p:spPr>
      </p:pic>
      <p:sp>
        <p:nvSpPr>
          <p:cNvPr id="142" name="Google Shape;142;p30"/>
          <p:cNvSpPr/>
          <p:nvPr/>
        </p:nvSpPr>
        <p:spPr>
          <a:xfrm>
            <a:off x="119475" y="27238427"/>
            <a:ext cx="32728500" cy="317100"/>
          </a:xfrm>
          <a:prstGeom prst="rect">
            <a:avLst/>
          </a:prstGeom>
          <a:solidFill>
            <a:srgbClr val="435C9A"/>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FFFFFF"/>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43" name="Google Shape;143;p30"/>
          <p:cNvGrpSpPr/>
          <p:nvPr/>
        </p:nvGrpSpPr>
        <p:grpSpPr>
          <a:xfrm>
            <a:off x="658900" y="27732175"/>
            <a:ext cx="31533075" cy="8892600"/>
            <a:chOff x="658900" y="27732175"/>
            <a:chExt cx="31533075" cy="8892600"/>
          </a:xfrm>
        </p:grpSpPr>
        <p:grpSp>
          <p:nvGrpSpPr>
            <p:cNvPr id="144" name="Google Shape;144;p30"/>
            <p:cNvGrpSpPr/>
            <p:nvPr/>
          </p:nvGrpSpPr>
          <p:grpSpPr>
            <a:xfrm>
              <a:off x="1823363" y="27732237"/>
              <a:ext cx="29320719" cy="8892485"/>
              <a:chOff x="1823363" y="27732237"/>
              <a:chExt cx="29320719" cy="8892485"/>
            </a:xfrm>
          </p:grpSpPr>
          <p:pic>
            <p:nvPicPr>
              <p:cNvPr id="145" name="Google Shape;145;p30"/>
              <p:cNvPicPr preferRelativeResize="0"/>
              <p:nvPr/>
            </p:nvPicPr>
            <p:blipFill rotWithShape="1">
              <a:blip r:embed="rId4">
                <a:alphaModFix/>
              </a:blip>
              <a:srcRect b="0" l="0" r="0" t="0"/>
              <a:stretch/>
            </p:blipFill>
            <p:spPr>
              <a:xfrm>
                <a:off x="1823363" y="27732237"/>
                <a:ext cx="29320719" cy="8892485"/>
              </a:xfrm>
              <a:prstGeom prst="rect">
                <a:avLst/>
              </a:prstGeom>
              <a:noFill/>
              <a:ln>
                <a:noFill/>
              </a:ln>
            </p:spPr>
          </p:pic>
          <p:sp>
            <p:nvSpPr>
              <p:cNvPr id="146" name="Google Shape;146;p30"/>
              <p:cNvSpPr txBox="1"/>
              <p:nvPr/>
            </p:nvSpPr>
            <p:spPr>
              <a:xfrm>
                <a:off x="20836150" y="28196225"/>
                <a:ext cx="9960000" cy="27576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2C365E"/>
                  </a:buClr>
                  <a:buSzPts val="4500"/>
                  <a:buFont typeface="Arial"/>
                  <a:buNone/>
                </a:pPr>
                <a:r>
                  <a:rPr b="1" i="0" lang="en-US" sz="7200" u="none" cap="none" strike="noStrike">
                    <a:solidFill>
                      <a:schemeClr val="dk1"/>
                    </a:solidFill>
                    <a:latin typeface="Roboto"/>
                    <a:ea typeface="Roboto"/>
                    <a:cs typeface="Roboto"/>
                    <a:sym typeface="Roboto"/>
                  </a:rPr>
                  <a:t>Decision Tree Trained on Seattle Dataset </a:t>
                </a:r>
                <a:endParaRPr b="1" i="0" sz="7200" u="none" cap="none" strike="noStrike">
                  <a:solidFill>
                    <a:schemeClr val="dk1"/>
                  </a:solidFill>
                  <a:latin typeface="Roboto"/>
                  <a:ea typeface="Roboto"/>
                  <a:cs typeface="Roboto"/>
                  <a:sym typeface="Roboto"/>
                </a:endParaRPr>
              </a:p>
            </p:txBody>
          </p:sp>
        </p:grpSp>
        <p:sp>
          <p:nvSpPr>
            <p:cNvPr id="147" name="Google Shape;147;p30"/>
            <p:cNvSpPr/>
            <p:nvPr/>
          </p:nvSpPr>
          <p:spPr>
            <a:xfrm>
              <a:off x="658900" y="27732175"/>
              <a:ext cx="1436700" cy="889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8" name="Google Shape;148;p30"/>
            <p:cNvSpPr/>
            <p:nvPr/>
          </p:nvSpPr>
          <p:spPr>
            <a:xfrm>
              <a:off x="30991675" y="27733752"/>
              <a:ext cx="1200300" cy="8888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149" name="Google Shape;149;p30"/>
          <p:cNvGrpSpPr/>
          <p:nvPr/>
        </p:nvGrpSpPr>
        <p:grpSpPr>
          <a:xfrm>
            <a:off x="658900" y="36737525"/>
            <a:ext cx="31532175" cy="6715275"/>
            <a:chOff x="658900" y="36737525"/>
            <a:chExt cx="31532175" cy="6715275"/>
          </a:xfrm>
        </p:grpSpPr>
        <p:grpSp>
          <p:nvGrpSpPr>
            <p:cNvPr id="150" name="Google Shape;150;p30"/>
            <p:cNvGrpSpPr/>
            <p:nvPr/>
          </p:nvGrpSpPr>
          <p:grpSpPr>
            <a:xfrm>
              <a:off x="1823368" y="36737532"/>
              <a:ext cx="29320719" cy="6715268"/>
              <a:chOff x="1823368" y="36737532"/>
              <a:chExt cx="29320719" cy="6715268"/>
            </a:xfrm>
          </p:grpSpPr>
          <p:pic>
            <p:nvPicPr>
              <p:cNvPr id="151" name="Google Shape;151;p30"/>
              <p:cNvPicPr preferRelativeResize="0"/>
              <p:nvPr/>
            </p:nvPicPr>
            <p:blipFill rotWithShape="1">
              <a:blip r:embed="rId5">
                <a:alphaModFix/>
              </a:blip>
              <a:srcRect b="0" l="0" r="0" t="0"/>
              <a:stretch/>
            </p:blipFill>
            <p:spPr>
              <a:xfrm>
                <a:off x="1823368" y="36737532"/>
                <a:ext cx="29320719" cy="6715268"/>
              </a:xfrm>
              <a:prstGeom prst="rect">
                <a:avLst/>
              </a:prstGeom>
              <a:noFill/>
              <a:ln>
                <a:noFill/>
              </a:ln>
            </p:spPr>
          </p:pic>
          <p:sp>
            <p:nvSpPr>
              <p:cNvPr id="152" name="Google Shape;152;p30"/>
              <p:cNvSpPr txBox="1"/>
              <p:nvPr/>
            </p:nvSpPr>
            <p:spPr>
              <a:xfrm>
                <a:off x="20836150" y="37187825"/>
                <a:ext cx="9960000" cy="2757600"/>
              </a:xfrm>
              <a:prstGeom prst="rect">
                <a:avLst/>
              </a:prstGeom>
              <a:no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2C365E"/>
                  </a:buClr>
                  <a:buSzPts val="4500"/>
                  <a:buFont typeface="Arial"/>
                  <a:buNone/>
                </a:pPr>
                <a:r>
                  <a:rPr b="1" i="0" lang="en-US" sz="7200" u="none" cap="none" strike="noStrike">
                    <a:solidFill>
                      <a:schemeClr val="dk1"/>
                    </a:solidFill>
                    <a:latin typeface="Roboto"/>
                    <a:ea typeface="Roboto"/>
                    <a:cs typeface="Roboto"/>
                    <a:sym typeface="Roboto"/>
                  </a:rPr>
                  <a:t>Decision Tree Trained on Miami Dataset </a:t>
                </a:r>
                <a:endParaRPr b="1" i="0" sz="7200" u="none" cap="none" strike="noStrike">
                  <a:solidFill>
                    <a:schemeClr val="dk1"/>
                  </a:solidFill>
                  <a:latin typeface="Roboto"/>
                  <a:ea typeface="Roboto"/>
                  <a:cs typeface="Roboto"/>
                  <a:sym typeface="Roboto"/>
                </a:endParaRPr>
              </a:p>
            </p:txBody>
          </p:sp>
        </p:grpSp>
        <p:sp>
          <p:nvSpPr>
            <p:cNvPr id="153" name="Google Shape;153;p30"/>
            <p:cNvSpPr/>
            <p:nvPr/>
          </p:nvSpPr>
          <p:spPr>
            <a:xfrm>
              <a:off x="658900" y="36737525"/>
              <a:ext cx="1436700" cy="671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4" name="Google Shape;154;p30"/>
            <p:cNvSpPr/>
            <p:nvPr/>
          </p:nvSpPr>
          <p:spPr>
            <a:xfrm>
              <a:off x="30991675" y="36740592"/>
              <a:ext cx="1199400" cy="6711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155" name="Google Shape;155;p30"/>
          <p:cNvSpPr txBox="1"/>
          <p:nvPr/>
        </p:nvSpPr>
        <p:spPr>
          <a:xfrm>
            <a:off x="17154144" y="8558784"/>
            <a:ext cx="14922900" cy="9144000"/>
          </a:xfrm>
          <a:prstGeom prst="rect">
            <a:avLst/>
          </a:prstGeom>
          <a:noFill/>
          <a:ln>
            <a:noFill/>
          </a:ln>
        </p:spPr>
        <p:txBody>
          <a:bodyPr anchorCtr="0" anchor="t" bIns="45700" lIns="45700" spcFirstLastPara="1" rIns="45700" wrap="square" tIns="45700">
            <a:normAutofit lnSpcReduction="10000"/>
          </a:bodyPr>
          <a:lstStyle/>
          <a:p>
            <a:pPr indent="0" lvl="0" marL="0" marR="0" rtl="0" algn="l">
              <a:lnSpc>
                <a:spcPct val="100000"/>
              </a:lnSpc>
              <a:spcBef>
                <a:spcPts val="0"/>
              </a:spcBef>
              <a:spcAft>
                <a:spcPts val="0"/>
              </a:spcAft>
              <a:buClr>
                <a:srgbClr val="2C365E"/>
              </a:buClr>
              <a:buSzPts val="5475"/>
              <a:buFont typeface="Arial"/>
              <a:buNone/>
            </a:pPr>
            <a:r>
              <a:rPr b="1" i="0" lang="en-US" sz="6000" u="none" cap="none" strike="noStrike">
                <a:solidFill>
                  <a:schemeClr val="dk1"/>
                </a:solidFill>
                <a:latin typeface="Roboto"/>
                <a:ea typeface="Roboto"/>
                <a:cs typeface="Roboto"/>
                <a:sym typeface="Roboto"/>
              </a:rPr>
              <a:t>Model Selection</a:t>
            </a:r>
            <a:endParaRPr i="0" sz="6000" u="none" cap="none" strike="noStrike">
              <a:solidFill>
                <a:schemeClr val="dk1"/>
              </a:solidFill>
              <a:latin typeface="Roboto"/>
              <a:ea typeface="Roboto"/>
              <a:cs typeface="Roboto"/>
              <a:sym typeface="Roboto"/>
            </a:endParaRPr>
          </a:p>
          <a:p>
            <a:pPr indent="0" lvl="0" marL="0" marR="0" rtl="0" algn="l">
              <a:lnSpc>
                <a:spcPct val="100000"/>
              </a:lnSpc>
              <a:spcBef>
                <a:spcPts val="1000"/>
              </a:spcBef>
              <a:spcAft>
                <a:spcPts val="0"/>
              </a:spcAft>
              <a:buClr>
                <a:srgbClr val="000000"/>
              </a:buClr>
              <a:buSzPts val="4200"/>
              <a:buFont typeface="Arial"/>
              <a:buNone/>
            </a:pPr>
            <a:r>
              <a:rPr i="0" lang="en-US" sz="4500" u="none" cap="none" strike="noStrike">
                <a:solidFill>
                  <a:schemeClr val="dk1"/>
                </a:solidFill>
                <a:latin typeface="Roboto"/>
                <a:ea typeface="Roboto"/>
                <a:cs typeface="Roboto"/>
                <a:sym typeface="Roboto"/>
              </a:rPr>
              <a:t>Relationships between Home Price and several features were explored using two types of regression machine-learning models:</a:t>
            </a:r>
            <a:endParaRPr i="0" sz="4500" u="none" cap="none" strike="noStrike">
              <a:solidFill>
                <a:schemeClr val="dk1"/>
              </a:solidFill>
              <a:latin typeface="Roboto"/>
              <a:ea typeface="Roboto"/>
              <a:cs typeface="Roboto"/>
              <a:sym typeface="Roboto"/>
            </a:endParaRPr>
          </a:p>
          <a:p>
            <a:pPr indent="-514350" lvl="0" marL="4572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Linear Regression</a:t>
            </a:r>
            <a:endParaRPr i="0" sz="4500" u="none" cap="none" strike="noStrike">
              <a:solidFill>
                <a:schemeClr val="dk1"/>
              </a:solidFill>
              <a:latin typeface="Roboto"/>
              <a:ea typeface="Roboto"/>
              <a:cs typeface="Roboto"/>
              <a:sym typeface="Roboto"/>
            </a:endParaRPr>
          </a:p>
          <a:p>
            <a:pPr indent="-514350" lvl="1" marL="9144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Constrain relationship between Home Price and Square Footage </a:t>
            </a:r>
            <a:endParaRPr i="0" sz="4500" u="none" cap="none" strike="noStrike">
              <a:solidFill>
                <a:schemeClr val="dk1"/>
              </a:solidFill>
              <a:latin typeface="Roboto"/>
              <a:ea typeface="Roboto"/>
              <a:cs typeface="Roboto"/>
              <a:sym typeface="Roboto"/>
            </a:endParaRPr>
          </a:p>
          <a:p>
            <a:pPr indent="-514350" lvl="1" marL="9144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Uses mean square error</a:t>
            </a:r>
            <a:endParaRPr i="0" sz="4500" u="none" cap="none" strike="noStrike">
              <a:solidFill>
                <a:schemeClr val="dk1"/>
              </a:solidFill>
              <a:latin typeface="Roboto"/>
              <a:ea typeface="Roboto"/>
              <a:cs typeface="Roboto"/>
              <a:sym typeface="Roboto"/>
            </a:endParaRPr>
          </a:p>
          <a:p>
            <a:pPr indent="-514350" lvl="1" marL="9144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Provides analytical format of relationship</a:t>
            </a:r>
            <a:endParaRPr i="0" sz="4500" u="none" cap="none" strike="noStrike">
              <a:solidFill>
                <a:schemeClr val="dk1"/>
              </a:solidFill>
              <a:latin typeface="Roboto"/>
              <a:ea typeface="Roboto"/>
              <a:cs typeface="Roboto"/>
              <a:sym typeface="Roboto"/>
            </a:endParaRPr>
          </a:p>
          <a:p>
            <a:pPr indent="-514350" lvl="0" marL="4572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Decision Tree Regressor</a:t>
            </a:r>
            <a:endParaRPr i="0" sz="4500" u="none" cap="none" strike="noStrike">
              <a:solidFill>
                <a:schemeClr val="dk1"/>
              </a:solidFill>
              <a:latin typeface="Roboto"/>
              <a:ea typeface="Roboto"/>
              <a:cs typeface="Roboto"/>
              <a:sym typeface="Roboto"/>
            </a:endParaRPr>
          </a:p>
          <a:p>
            <a:pPr indent="-514350" lvl="1" marL="9144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Finds boundaries to best define relationship between Home Price and [Longitude, Latitude, Square Footage</a:t>
            </a:r>
            <a:endParaRPr i="0" sz="4500" u="none" cap="none" strike="noStrike">
              <a:solidFill>
                <a:schemeClr val="dk1"/>
              </a:solidFill>
              <a:latin typeface="Roboto"/>
              <a:ea typeface="Roboto"/>
              <a:cs typeface="Roboto"/>
              <a:sym typeface="Roboto"/>
            </a:endParaRPr>
          </a:p>
          <a:p>
            <a:pPr indent="-514350" lvl="1" marL="914400" marR="0" rtl="0" algn="l">
              <a:lnSpc>
                <a:spcPct val="100000"/>
              </a:lnSpc>
              <a:spcBef>
                <a:spcPts val="0"/>
              </a:spcBef>
              <a:spcAft>
                <a:spcPts val="0"/>
              </a:spcAft>
              <a:buClr>
                <a:schemeClr val="dk1"/>
              </a:buClr>
              <a:buSzPts val="4500"/>
              <a:buFont typeface="Roboto"/>
              <a:buChar char="○"/>
            </a:pPr>
            <a:r>
              <a:rPr i="0" lang="en-US" sz="4500" u="none" cap="none" strike="noStrike">
                <a:solidFill>
                  <a:schemeClr val="dk1"/>
                </a:solidFill>
                <a:latin typeface="Roboto"/>
                <a:ea typeface="Roboto"/>
                <a:cs typeface="Roboto"/>
                <a:sym typeface="Roboto"/>
              </a:rPr>
              <a:t>Provides interpretable visual of model</a:t>
            </a:r>
            <a:endParaRPr i="0" sz="4500" u="none" cap="none" strike="noStrike">
              <a:solidFill>
                <a:schemeClr val="dk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